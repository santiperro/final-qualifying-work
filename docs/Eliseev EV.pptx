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88" r:id="rId4"/>
    <p:sldId id="289" r:id="rId5"/>
    <p:sldId id="258" r:id="rId6"/>
    <p:sldId id="259" r:id="rId7"/>
    <p:sldId id="283" r:id="rId8"/>
    <p:sldId id="284" r:id="rId9"/>
    <p:sldId id="287" r:id="rId10"/>
    <p:sldId id="260" r:id="rId11"/>
    <p:sldId id="272" r:id="rId12"/>
    <p:sldId id="285" r:id="rId13"/>
    <p:sldId id="263" r:id="rId14"/>
    <p:sldId id="286" r:id="rId15"/>
    <p:sldId id="262" r:id="rId16"/>
    <p:sldId id="269" r:id="rId17"/>
    <p:sldId id="264" r:id="rId18"/>
    <p:sldId id="278" r:id="rId19"/>
    <p:sldId id="280" r:id="rId20"/>
    <p:sldId id="279" r:id="rId21"/>
    <p:sldId id="273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DB2F0C0-3B84-4360-9B86-774154F489C0}">
          <p14:sldIdLst>
            <p14:sldId id="256"/>
            <p14:sldId id="257"/>
            <p14:sldId id="288"/>
            <p14:sldId id="289"/>
            <p14:sldId id="258"/>
            <p14:sldId id="259"/>
            <p14:sldId id="283"/>
            <p14:sldId id="284"/>
            <p14:sldId id="287"/>
            <p14:sldId id="260"/>
            <p14:sldId id="272"/>
            <p14:sldId id="285"/>
            <p14:sldId id="263"/>
            <p14:sldId id="286"/>
          </p14:sldIdLst>
        </p14:section>
        <p14:section name="Untitled Section" id="{822E3D3B-B5D9-4B0A-BACD-345340D360F4}">
          <p14:sldIdLst>
            <p14:sldId id="262"/>
            <p14:sldId id="269"/>
            <p14:sldId id="264"/>
            <p14:sldId id="278"/>
            <p14:sldId id="280"/>
            <p14:sldId id="279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01" autoAdjust="0"/>
  </p:normalViewPr>
  <p:slideViewPr>
    <p:cSldViewPr snapToGrid="0">
      <p:cViewPr varScale="1">
        <p:scale>
          <a:sx n="113" d="100"/>
          <a:sy n="113" d="100"/>
        </p:scale>
        <p:origin x="80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1044AA-06D6-4DB6-3CEB-0FE46068E4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279B3-4B69-7B6F-A4DC-6ECBD3B58D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C013D-C6A7-4DB5-A4FD-238D75ACE54A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D3C23-17B5-D8A8-906C-AB72462E7F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C779C-48B6-6DD7-B62A-2BA592A1B6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0FF49-D7CE-4CCE-9C88-87001628F2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5381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29:20.80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55 115 24575,'9'1'0,"1"0"0,0 1 0,-1 0 0,0 1 0,17 7 0,2 0 0,32 5 0,0-2 0,69 5 0,-38-6 0,-76-11 0,17 2 0,-31-3 0,0 0 0,0 1 0,0-1 0,1 0 0,-1 0 0,0 1 0,0-1 0,0 0 0,0 1 0,0-1 0,0 1 0,0-1 0,0 1 0,0 0 0,-1-1 0,1 1 0,0 0 0,1 1 0,-2-1 0,0 0 0,0-1 0,0 1 0,-1 0 0,1 0 0,0 0 0,0-1 0,-1 1 0,1 0 0,0 0 0,-1-1 0,1 1 0,0 0 0,-1 0 0,1-1 0,-1 1 0,0-1 0,1 1 0,-1-1 0,1 1 0,-1-1 0,0 1 0,1-1 0,-1 1 0,0-1 0,0 0 0,1 1 0,-1-1 0,0 0 0,0 0 0,0 1 0,-1-1 0,-28 8 0,-4-4 0,-1-2 0,-38-2 0,41-1 0,0 1 0,-61 9 0,46-4 0,1-2 0,-54-3 0,78 0 0,93-2 0,76-11 0,-40 7 0,-75 6 0,0-1 0,36-7 0,-20 2 0,1 1 0,0 3 0,53 5 0,-6-1 0,139-16 0,-186 10 0,57 4 0,20-1 0,-55-8 0,-44 5 0,39-2 0,-21 8 0,-33-1 0,0 0 0,1-1 0,-1 0 0,1-1 0,-1-1 0,1 0 0,-1 0 0,0-1 0,13-5 0,-8 2 0,1 1 0,-1 1 0,1 0 0,-1 2 0,1 0 0,0 0 0,36 3 0,-28 0 0,-115-1 0,52 0 0,30 0 0,12 0 0,869 0 0,-869 0 0,0 0 0,0-1 0,0 2 0,0-1 0,0 0 0,0 1 0,0 0 0,-1 0 0,8 3 0,-12-4 0,1 0 0,-1 1 0,0-1 0,0 0 0,0 0 0,0 0 0,1 0 0,-1 0 0,0 1 0,0-1 0,0 0 0,0 0 0,1 0 0,-1 1 0,0-1 0,0 0 0,0 0 0,0 0 0,0 1 0,0-1 0,0 0 0,0 0 0,0 1 0,0-1 0,0 0 0,0 0 0,0 1 0,0-1 0,0 0 0,0 0 0,0 0 0,0 1 0,0-1 0,0 0 0,0 0 0,0 1 0,0-1 0,-1 0 0,1 0 0,0 0 0,0 1 0,0-1 0,0 0 0,0 0 0,-1 0 0,1 0 0,0 1 0,0-1 0,0 0 0,-1 0 0,1 0 0,0 0 0,0 0 0,0 0 0,-1 0 0,1 0 0,0 0 0,0 0 0,-1 1 0,-13 5 0,-5 0 0,0-2 0,-1-1 0,-31 2 0,-18 3 0,14-2 0,43-6 0,1 1 0,-1 0 0,1 0 0,-1 2 0,1-1 0,-13 6 0,8-2 0,-1-1 0,0-1 0,-1 0 0,1-1 0,-29 0 0,-30 6 0,26-3 0,-1-2 0,-94-5 0,49-1 0,70 3 0,-4 0 0,30-2 0,16-1 0,44-6 0,-27 3 0,43-1 0,630 7 0,-679 0 0,39 8 0,-38-5 0,38 1 0,-54-4 0,35-1 0,0-1 0,69-11 0,-77 7 0,0 2 0,1 1 0,68 5 0,-39 6 0,-42-4 0,42 1 0,15-8 0,66 3 0,-129 5 0,-19-2 0,-13 0 0,-22 0 0,-1-1 0,1-2 0,-36-3 0,4 0 0,55 2 0,0-2 0,1 1 0,-1-1 0,1-1 0,-1 0 0,-9-4 0,8 3 0,0 0 0,0 1 0,-22-4 0,-224-14 0,178 13 0,-30-2 0,80 9 0,-35-7 0,35 3 0,-36 0 0,-8 7 0,37 0 0,-69-6 0,90 1 0,0 0 0,-20-9 0,21 8 0,0-1 0,0 2 0,-19-3 0,-221 3 0,132 5 0,54 0 0,40 0 0,0-2 0,0 0 0,0-2 0,-43-8 0,63 7 0,9 1 0,20-2 0,32 1 0,48 2 0,111 4 0,-129 5 0,45 3 0,532-12 0,-625 2 0,36 8 0,34 0 0,1021-8 0,-512-2 0,-588-1 0,41-6 0,-39 4 0,38-2 0,875 7 0,-914-2 0,40-8 0,-40 5 0,40-2 0,-38 5 0,34-7 0,-33 4 0,36-1 0,11-4 0,-10 0 0,-57 8 0,0-1 0,-1 0 0,1 0 0,0-1 0,12-6 0,-12 5 0,1 0 0,0 1 0,0 0 0,14-2 0,44-3 0,-23 2 0,50 0 0,-55 7 0,25-1 0,110-11 0,-99 3 0,152 6 0,-111 4 0,3197-2 0,-3288-1 0,40-7 0,-40 3 0,40 0 0,1170 4 0,-568 3 0,-665-2 0,1 0 0,-1 0 0,0 1 0,0 0 0,1-1 0,-1 2 0,0-1 0,0 0 0,0 1 0,0 0 0,0 0 0,4 3 0,-7-4 0,0 0 0,1 0 0,-2 0 0,1 0 0,0 0 0,0 1 0,0-1 0,0 0 0,-1 0 0,1 1 0,0-1 0,-1 0 0,0 1 0,1-1 0,-1 1 0,0-1 0,1 0 0,-1 1 0,0-1 0,0 1 0,0-1 0,0 1 0,-1-1 0,1 1 0,0-1 0,-1 0 0,1 1 0,0-1 0,-1 0 0,0 1 0,1-1 0,-1 0 0,0 1 0,0-1 0,1 0 0,-1 0 0,0 0 0,0 0 0,-1 0 0,0 1 0,-3 3 0,-1-1 0,0 1 0,0-1 0,0 0 0,0-1 0,-1 0 0,1 0 0,-1 0 0,0-1 0,0 0 0,0 0 0,-13 1 0,-34 13 0,18-2 0,0-1 0,0-2 0,-58 10 0,87-20 0,-38 7 0,-90 3 0,-1428-13 0,867 3 0,687-1 0,0 2 0,0-1 0,0 1 0,0 0 0,0 1 0,-11 5 0,9-4 0,0 0 0,0-1 0,0 0 0,-11 1 0,-216-1 0,122-5 0,92 2 0,-13 1 0,1-2 0,-65-10 0,57 5 0,1 2 0,-1 2 0,-56 4 0,13 0 0,-3630-2 0,3679-5 0,38 5 0,0 0 0,0 0 0,-1 0 0,1 0 0,0 0 0,0 0 0,0 0 0,-1 0 0,1-1 0,0 1 0,0 0 0,-1 0 0,1 0 0,0 0 0,0 0 0,0-1 0,0 1 0,-1 0 0,1 0 0,0 0 0,0-1 0,0 1 0,0 0 0,0 0 0,0 0 0,-1-1 0,1 1 0,0 0 0,0 0 0,0-1 0,0 1 0,0 0 0,0 0 0,0-1 0,0 1 0,0 0 0,0 0 0,0-1 0,0 1 0,19-12 0,-10 9 0,1 0 0,0 1 0,0 0 0,20-2 0,-20 4 0,0-1 0,0-1 0,-1 0 0,1 0 0,14-6 0,-6 2 0,-1 1 0,1 0 0,0 2 0,1 0 0,-1 1 0,0 1 0,23 1 0,-12 0 0,55-8 0,-35 1 0,1 3 0,-1 2 0,51 5 0,-4-1 0,-8-2 298,294 11-2021,38-1 479,-259-12 1207,4903 2 2743,-5030-2-2706,38-6 0,33-2 0,-61 10 0,-4 1 0,1-2 0,54-9 0,2-6-1365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29:24.0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29:24.91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24575,'3'0'0,"8"0"0,4 0 0,4 0 0,1 0 0,5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0:39.13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55 115 24575,'9'1'0,"1"0"0,0 1 0,-1 0 0,0 1 0,17 7 0,2 0 0,32 5 0,0-2 0,69 5 0,-38-6 0,-76-11 0,17 2 0,-31-3 0,0 0 0,0 1 0,0-1 0,1 0 0,-1 0 0,0 1 0,0-1 0,0 0 0,0 1 0,0-1 0,0 1 0,0-1 0,0 1 0,0 0 0,-1-1 0,1 1 0,0 0 0,1 1 0,-2-1 0,0 0 0,0-1 0,0 1 0,-1 0 0,1 0 0,0 0 0,0-1 0,-1 1 0,1 0 0,0 0 0,-1-1 0,1 1 0,0 0 0,-1 0 0,1-1 0,-1 1 0,0-1 0,1 1 0,-1-1 0,1 1 0,-1-1 0,0 1 0,1-1 0,-1 1 0,0-1 0,0 0 0,1 1 0,-1-1 0,0 0 0,0 0 0,0 1 0,-1-1 0,-28 8 0,-4-4 0,-1-2 0,-38-2 0,41-1 0,0 1 0,-61 9 0,46-4 0,1-2 0,-54-3 0,78 0 0,93-2 0,76-11 0,-40 7 0,-75 6 0,0-1 0,36-7 0,-20 2 0,1 1 0,0 3 0,53 5 0,-6-1 0,139-16 0,-186 10 0,57 4 0,20-1 0,-55-8 0,-44 5 0,39-2 0,-21 8 0,-33-1 0,0 0 0,1-1 0,-1 0 0,1-1 0,-1-1 0,1 0 0,-1 0 0,0-1 0,13-5 0,-8 2 0,1 1 0,-1 1 0,1 0 0,-1 2 0,1 0 0,0 0 0,36 3 0,-28 0 0,-115-1 0,52 0 0,30 0 0,12 0 0,869 0 0,-869 0 0,0 0 0,0-1 0,0 2 0,0-1 0,0 0 0,0 1 0,0 0 0,-1 0 0,8 3 0,-12-4 0,1 0 0,-1 1 0,0-1 0,0 0 0,0 0 0,0 0 0,1 0 0,-1 0 0,0 1 0,0-1 0,0 0 0,0 0 0,1 0 0,-1 1 0,0-1 0,0 0 0,0 0 0,0 0 0,0 1 0,0-1 0,0 0 0,0 0 0,0 1 0,0-1 0,0 0 0,0 0 0,0 1 0,0-1 0,0 0 0,0 0 0,0 0 0,0 1 0,0-1 0,0 0 0,0 0 0,0 1 0,0-1 0,-1 0 0,1 0 0,0 0 0,0 1 0,0-1 0,0 0 0,0 0 0,-1 0 0,1 0 0,0 1 0,0-1 0,0 0 0,-1 0 0,1 0 0,0 0 0,0 0 0,0 0 0,-1 0 0,1 0 0,0 0 0,0 0 0,-1 1 0,-13 5 0,-5 0 0,0-2 0,-1-1 0,-31 2 0,-18 3 0,14-2 0,43-6 0,1 1 0,-1 0 0,1 0 0,-1 2 0,1-1 0,-13 6 0,8-2 0,-1-1 0,0-1 0,-1 0 0,1-1 0,-29 0 0,-30 6 0,26-3 0,-1-2 0,-94-5 0,49-1 0,70 3 0,-4 0 0,30-2 0,16-1 0,44-6 0,-27 3 0,43-1 0,630 7 0,-679 0 0,39 8 0,-38-5 0,38 1 0,-54-4 0,35-1 0,0-1 0,69-11 0,-77 7 0,0 2 0,1 1 0,68 5 0,-39 6 0,-42-4 0,42 1 0,15-8 0,66 3 0,-129 5 0,-19-2 0,-13 0 0,-22 0 0,-1-1 0,1-2 0,-36-3 0,4 0 0,55 2 0,0-2 0,1 1 0,-1-1 0,1-1 0,-1 0 0,-9-4 0,8 3 0,0 0 0,0 1 0,-22-4 0,-224-14 0,178 13 0,-30-2 0,80 9 0,-35-7 0,35 3 0,-36 0 0,-8 7 0,37 0 0,-69-6 0,90 1 0,0 0 0,-20-9 0,21 8 0,0-1 0,0 2 0,-19-3 0,-221 3 0,132 5 0,54 0 0,40 0 0,0-2 0,0 0 0,0-2 0,-43-8 0,63 7 0,9 1 0,20-2 0,32 1 0,48 2 0,111 4 0,-129 5 0,45 3 0,532-12 0,-625 2 0,36 8 0,34 0 0,1021-8 0,-512-2 0,-588-1 0,41-6 0,-39 4 0,38-2 0,875 7 0,-914-2 0,40-8 0,-40 5 0,40-2 0,-38 5 0,34-7 0,-33 4 0,36-1 0,11-4 0,-10 0 0,-57 8 0,0-1 0,-1 0 0,1 0 0,0-1 0,12-6 0,-12 5 0,1 0 0,0 1 0,0 0 0,14-2 0,44-3 0,-23 2 0,50 0 0,-55 7 0,25-1 0,110-11 0,-99 3 0,152 6 0,-111 4 0,3197-2 0,-3288-1 0,40-7 0,-40 3 0,40 0 0,1170 4 0,-568 3 0,-665-2 0,1 0 0,-1 0 0,0 1 0,0 0 0,1-1 0,-1 2 0,0-1 0,0 0 0,0 1 0,0 0 0,0 0 0,4 3 0,-7-4 0,0 0 0,1 0 0,-2 0 0,1 0 0,0 0 0,0 1 0,0-1 0,0 0 0,-1 0 0,1 1 0,0-1 0,-1 0 0,0 1 0,1-1 0,-1 1 0,0-1 0,1 0 0,-1 1 0,0-1 0,0 1 0,0-1 0,0 1 0,-1-1 0,1 1 0,0-1 0,-1 0 0,1 1 0,0-1 0,-1 0 0,0 1 0,1-1 0,-1 0 0,0 1 0,0-1 0,1 0 0,-1 0 0,0 0 0,0 0 0,-1 0 0,0 1 0,-3 3 0,-1-1 0,0 1 0,0-1 0,0 0 0,0-1 0,-1 0 0,1 0 0,-1 0 0,0-1 0,0 0 0,0 0 0,-13 1 0,-34 13 0,18-2 0,0-1 0,0-2 0,-58 10 0,87-20 0,-38 7 0,-90 3 0,-1428-13 0,867 3 0,687-1 0,0 2 0,0-1 0,0 1 0,0 0 0,0 1 0,-11 5 0,9-4 0,0 0 0,0-1 0,0 0 0,-11 1 0,-216-1 0,122-5 0,92 2 0,-13 1 0,1-2 0,-65-10 0,57 5 0,1 2 0,-1 2 0,-56 4 0,13 0 0,-3630-2 0,3679-5 0,38 5 0,0 0 0,0 0 0,-1 0 0,1 0 0,0 0 0,0 0 0,0 0 0,-1 0 0,1-1 0,0 1 0,0 0 0,-1 0 0,1 0 0,0 0 0,0 0 0,0-1 0,0 1 0,-1 0 0,1 0 0,0 0 0,0-1 0,0 1 0,0 0 0,0 0 0,0 0 0,-1-1 0,1 1 0,0 0 0,0 0 0,0-1 0,0 1 0,0 0 0,0 0 0,0-1 0,0 1 0,0 0 0,0 0 0,0-1 0,0 1 0,19-12 0,-10 9 0,1 0 0,0 1 0,0 0 0,20-2 0,-20 4 0,0-1 0,0-1 0,-1 0 0,1 0 0,14-6 0,-6 2 0,-1 1 0,1 0 0,0 2 0,1 0 0,-1 1 0,0 1 0,23 1 0,-12 0 0,55-8 0,-35 1 0,1 3 0,-1 2 0,51 5 0,-4-1 0,-8-2 298,294 11-2021,38-1 479,-259-12 1207,4903 2 2743,-5030-2-2706,38-6 0,33-2 0,-61 10 0,-4 1 0,1-2 0,54-9 0,2-6-1365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0:39.13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0:39.1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24575,'3'0'0,"8"0"0,4 0 0,4 0 0,1 0 0,5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1:11.14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0 134 24575,'10'-1'0,"-1"0"0,1-1 0,-1 0 0,0-1 0,0 0 0,0 0 0,0-1 0,8-5 0,32-11 0,-9 7 0,1 3 0,0 2 0,52-5 0,-83 11 0,1 0 0,-1 0 0,0-1 0,18-7 0,-18 5 0,1 1 0,-1 1 0,1 0 0,16-2 0,226 2 0,-129 5 0,-57-2 0,78 1 0,-118 5 0,-22 2 0,-15 2 0,4-7 0,0 0 0,0-1 0,0 0 0,-1 0 0,1-1 0,0 1 0,-1-1 0,-9 0 0,-59-2 0,41 0 0,-43-1 0,-129 3 0,143 8 0,-14 1 0,66-9 0,1 0 0,0 1 0,-1 1 0,1-1 0,-14 7 0,13-5 0,-1 0 0,0 0 0,-20 2 0,3-5 0,22-1 0,-1 0 0,1 0 0,0 1 0,0 0 0,-1 0 0,1 0 0,0 1 0,0 0 0,-9 5 0,40-3 0,334-5 0,-324 0 0,38-7 0,33-2 0,389 11 0,-472-2 0,40-8 0,18 0 0,66 10 0,61-2 0,-136-9 0,-44 6 0,40-1 0,-51 5 0,22 0 0,-1-2 0,46-7 0,-29 3 0,1 1 0,100 6 0,-52 2 0,579-3 0,-697 1 0,0 0 0,-21 6 0,-26 2 0,46-9 0,1 1 0,-1 1 0,0 0 0,1 1 0,-1 1 0,-20 7 0,19-6 0,0 0 0,0-1 0,0-1 0,-23 1 0,-13 2 0,-7 0 0,0-2 0,-84-5 0,39-2 0,-287 3 0,392 0 0,0 0 0,0 0 0,0 0 0,0 0 0,0 0 0,0 0 0,0 0 0,0 0 0,0 0 0,0 0 0,0 0 0,0-1 0,0 1 0,0 0 0,0 0 0,0 0 0,0 0 0,0 0 0,0 0 0,0 0 0,0 0 0,0 0 0,-1 0 0,1 0 0,0 0 0,0 0 0,0 0 0,0 0 0,0 0 0,0 0 0,0-1 0,0 1 0,0 0 0,0 0 0,0 0 0,0 0 0,0 0 0,0 0 0,0 0 0,-1 0 0,14-4 0,19-4 0,80 1 0,19-2 0,64-13 0,-126 16 0,120 6 0,-77 2 0,1241-2 0,-2177 0 0,811 1 0,0 1 0,0 0 0,0 1 0,-24 8 0,21-6 0,0-1 0,-28 5 0,-178-6 63,116-5-1491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1:12.54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1 173 24575,'1105'0'0,"-1095"-1"0,1 0 0,-1-1 0,0 0 0,0-1 0,19-7 0,32-8 0,71-11 0,-45 8 0,-54 16 0,-22 3 0,0 0 0,-1 0 0,1-1 0,14-5 0,-3 0 0,-1 1 0,1 2 0,0 0 0,1 2 0,26-2 0,-7 0 0,54-1 0,15-3 0,-35 2 0,0 3 0,77 6 0,-34 0 0,-2-2-1365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1:13.33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58 24575,'117'2'0,"127"-4"0,-159-7 0,42-1 0,1378 11 0,-1492-2 0,-1-1 0,0 0 0,0 0 0,1-1 0,14-6 0,-13 4 0,1 1 0,-1 0 0,18-2 0,131 4 39,-91 4-1443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1:14.43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20 24575,'2125'0'0,"-2090"-1"0,36-7 0,35-2 0,1141 11-1365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1:15.19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97 24575,'0'-3'0,"1"0"0,0 1 0,0-1 0,0 0 0,0 1 0,0-1 0,1 0 0,-1 1 0,1 0 0,-1-1 0,1 1 0,0 0 0,0 0 0,0 0 0,0 0 0,0 0 0,1 0 0,-1 1 0,5-3 0,0-1 0,0 2 0,0-1 0,0 1 0,0 0 0,1 0 0,9-1 0,98-10 0,1 5 0,157 9 0,-117 2 0,-118-1 0,52 10 0,-73-9 0,68 11 0,-2 0 0,143 4 0,-171-16 0,86 12 0,-99-9-1365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1:16.48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57 24575,'0'1'0,"0"0"0,1-1 0,-1 1 0,0 0 0,1-1 0,-1 1 0,1 0 0,-1-1 0,1 1 0,-1 0 0,1-1 0,-1 1 0,1-1 0,0 1 0,-1-1 0,1 1 0,0-1 0,-1 0 0,1 1 0,0-1 0,0 0 0,-1 1 0,1-1 0,0 0 0,0 0 0,1 0 0,25 4 0,-23-3 0,271 3 0,-148-6 0,979 2 0,-1074-2 0,42-7 0,-41 5 0,39-2 0,940 7 0,-1003-2 0,1 0 0,-1 0 0,0-1 0,0-1 0,0 1 0,11-6 0,-10 4 0,1 0 0,0 1 0,0 0 0,12-2 0,121 3 0,-106 4 0,0-2 0,0-2 0,44-8 0,-62 7-455,1 1 0,21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1:17.53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21 24575,'0'0'0,"1"-1"0,-1 0 0,0 0 0,1 0 0,-1 0 0,1 1 0,0-1 0,-1 0 0,1 0 0,-1 1 0,1-1 0,0 0 0,0 1 0,-1-1 0,1 1 0,0-1 0,0 1 0,0-1 0,0 1 0,0 0 0,-1-1 0,1 1 0,0 0 0,0 0 0,0 0 0,0-1 0,2 1 0,32-3 0,-30 3 0,423-2 0,-218 4 0,3576-2-1365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00:31:20.87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24575,'2175'0'0,"-2158"3"0,-26 3 0,-27 2 0,-46 0 0,-148 6 0,208-13 0,-41 7 0,-16 2 0,-668-9 0,365-3 0,-124 2 0,2271 0 0,-1763 0 0,1 0 0,0 1 0,0-1 0,-1 0 0,1 1 0,0-1 0,-1 1 0,1 0 0,-1 0 0,1 0 0,-1 0 0,1 1 0,-1-1 0,3 2 0,-5-2 0,0-1 0,1 0 0,-1 0 0,0 0 0,0 1 0,0-1 0,1 0 0,-1 1 0,0-1 0,0 0 0,0 0 0,0 1 0,0-1 0,0 0 0,0 1 0,0-1 0,1 0 0,-1 1 0,0-1 0,0 0 0,0 0 0,0 1 0,-1-1 0,1 0 0,0 1 0,0-1 0,0 0 0,0 1 0,0-1 0,0 0 0,0 1 0,-1-1 0,1 0 0,0 0 0,0 1 0,0-1 0,-1 0 0,-1 2 0,1-1 0,-1 0 0,0 0 0,0 0 0,0 0 0,0-1 0,0 1 0,0 0 0,0-1 0,-3 1 0,-58 9 0,-109 5 0,-67-16 0,95-1 0,-562 2 0,684-1 0,-41-7 0,-16-2 0,79 10 0,-30-2 0,21-1 0,20-3 0,2 3 0,1 1 0,-1 0 0,26 0 0,27-4 0,-6-2 0,0 3 0,1 2 0,60 6 0,-10-1 0,1959-2 0,-2061 1 0,0 0 0,0 1 0,0 0 0,1 0 0,-2 1 0,13 5 0,-11-4 0,1 0 0,-1-1 0,1 0 0,12 1 0,231-1 0,-132-5 0,-71 0 0,69-11 0,0-3 0,-64 10 0,1 2 0,93 5 0,-45 1 0,349-2 0,-464 1 0,0 1 0,0-1 0,0 1 0,0 1 0,-14 6 0,-34 7 0,-135-1 0,115-7 0,-148-7 0,106-3 0,-750 2 0,848-1 0,-41-7 0,-16-2 0,-155 11-1365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2C4F5-5D00-4DC3-8376-C6BD28F02CAB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F3401-F479-4CFB-ABB6-A35D76EA0D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5357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48258-F965-E3B8-04FD-9E7906A5A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88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BC368-1420-1D61-98E9-659CE5A09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029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EF999-5226-0266-42DB-ED510C7A0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307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7BAB4-59C2-F3E7-0873-2AACCD398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416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CA18B-1C3B-C130-D1D2-0466C1A93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820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EFF11-3295-9502-9536-A51C774B4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200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212C7-0789-614D-0BF9-5450F28D1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187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CE75BF-5265-4AAF-9ED5-F6E72D86B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717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CDAB2-4431-5AD9-F4FA-A00FBAF25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628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FE0E1-87A9-9E3F-9204-A5B16398E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756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D46D1-B06D-0EBD-6F21-79EEB9F57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168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CBF7C-E759-169E-1E35-DA92F3795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523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9CE34-B9FE-C04D-46AB-4FFDEF6EA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10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26FA7-4A31-DD81-C125-DF0227C88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778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F9463-7D13-EBF7-1553-D41E14AF5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484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05C02-1AD3-FAA5-937B-CAC53029D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999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A3943-8A59-423A-6779-E535329B6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3401-F479-4CFB-ABB6-A35D76EA0D8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919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C2A52-A567-4EFE-9E79-6902FD0DE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13ACA3-0184-4B36-B4F1-C347248ED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E7EDF1-E83A-458A-94ED-3D4E62CC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C8CD-6662-424D-AE90-09DAABF92620}" type="datetime1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F69B8F-2346-4265-887D-876FE248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8F06CC-BAA6-4CAB-A228-A09F4715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0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44401-253C-4FEC-8EE0-99DF3AAE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68ACDF-055B-446E-96F1-85D49FFB0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393CF3-8497-403E-BF60-5AEBCC30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2507-A74A-4BF9-AA7C-C9B06358C86A}" type="datetime1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884FF6-F520-4792-BF6C-801D42FE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3A2FB-A74E-4720-9F09-A2649FF7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75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556F2-FDA1-4C08-9063-A885AFD9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A4A8F8-41A9-4B8F-B50E-366E205BE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D2D0D4-35BD-47F0-9141-E8C0DA33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183E-E26E-4A33-96BC-7D4DD5899954}" type="datetime1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99AB47-97E6-41F1-949A-BFE60772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11FDF-3CED-4572-91B3-293A8F45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37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14A2-E8B4-4A0D-8EAF-5D060BE0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0D3179-F62B-4BC8-9DE7-8F54BDD57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32CEF9-F109-4AEB-825F-5089FA875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C60D5D-B58F-426E-B922-7DE50426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9FAF-71FF-4857-A9AC-33A232A7D036}" type="datetime1">
              <a:rPr lang="ru-RU" smtClean="0"/>
              <a:t>21.05.2024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FD4F31-2685-454A-9B5F-0B4B7988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Система поиска шаблонов в данных GitHub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DB73DA-135D-46B8-9CA0-848A5064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964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76D9E-71ED-4585-833D-E5E9F0E1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514E57-592D-41AF-8F0B-A45C7E7A6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2D290D-733B-4DCE-86A2-3D441F708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A89120-5473-4449-8FC1-B112F4F29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02963B-3ED2-4B7A-A245-7DD5B6C2F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44EA12F-E92A-426C-9DFA-5135EAACA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E76A-CA5A-4492-9E51-5062A098B11E}" type="datetime1">
              <a:rPr lang="ru-RU" smtClean="0"/>
              <a:t>21.05.2024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ADE3C0F-225B-45C7-94D2-0E1094AC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EDDAE2B-49D6-4E76-9F98-A2E986B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37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EB167-9234-47BB-918A-5EEE6E04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67F9B7-25C9-438F-9236-17CD0E71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A3AC-209D-4273-8D5F-8B3583970EE6}" type="datetime1">
              <a:rPr lang="ru-RU" smtClean="0"/>
              <a:t>21.05.2024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7AAAFB-7940-4798-BE67-6DE450A5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2F0BA5-F08E-4E09-9C39-E04C5D73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57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388F67-C893-48F9-AE94-659ACDD57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43716" y="6364057"/>
            <a:ext cx="4704567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Система поиска шаблонов в данных GitHub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2A22C8-371A-4FD7-A037-0CF569D95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8217" y="6364057"/>
            <a:ext cx="274320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EC09024-2147-4C4E-87D2-FF66EAF91B1A}" type="slidenum">
              <a:rPr lang="ru-RU" smtClean="0"/>
              <a:pPr/>
              <a:t>‹#›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65694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60DA0-D405-47C6-ADD0-625546100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3E2F1B-580E-4717-9111-44C491E64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892BD8-2CFB-4569-A847-FEC3F38D6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231EB7-8E47-45AA-976A-992792A5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74DB-CB7C-44E0-85BB-5DF41B44EDDA}" type="datetime1">
              <a:rPr lang="ru-RU" smtClean="0"/>
              <a:t>21.05.2024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797F69-1FA5-4B2C-AB5A-AF7CEFD4A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2BA7BF-57EB-492E-BEA7-7F26E782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449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2E85E-C4E1-4334-9D03-01660EAFB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2551B17-F207-4A6A-961D-179A83A2D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FA1938-8E59-44A2-8EA1-7A883C051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817091-9CD8-4066-8089-ABDC1EAA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5F3AB-125B-44BD-91E0-D0D5DD24AA45}" type="datetime1">
              <a:rPr lang="ru-RU" smtClean="0"/>
              <a:t>21.05.2024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BC59C9-41F2-47B1-8BE7-E78D9DF7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C9C44D-D7E2-4B7F-9BE9-895FA40C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53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51CA7-C9B5-40B0-9F9D-4EBACE0FB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15D74E-5346-4AC7-8928-27E60C5A6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899301-9FF6-4708-BC38-FA1993AA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AB9E-9F86-4008-83C2-D060ECF160DE}" type="datetime1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13BEA5-FA90-454F-B9DD-D12CF551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38D4E3-D0EE-4972-B435-9B2AF1596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43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17B1CF-801C-40F1-BA99-25D42D46E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DDECBB-716A-4518-B985-A678E5F8B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D325E4-4FDD-4A2F-B237-B366C38D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D746-DE99-49E7-BFDC-F6203EEEF690}" type="datetime1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1257E6-A088-4B20-A039-F6764B46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B4264C-8CBF-4034-AD34-78733B29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95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E4EED-F7BB-4E0C-9926-57FE58B0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2ACCFE-08BC-4551-B493-C0CA6EB4B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AF08C3-15D4-412F-9ED9-1D47DA491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538B3-6C19-4897-BE7C-A7C7284CDE90}" type="datetime1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9869B2-8570-49D4-AC17-E3C5B376F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Система поиска шаблонов в данных GitHub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750638-DDC2-49A8-82D2-532EDD83F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09024-2147-4C4E-87D2-FF66EAF91B1A}" type="slidenum">
              <a:rPr lang="ru-RU" smtClean="0"/>
              <a:pPr/>
              <a:t>‹#›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72987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4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120.png"/><Relationship Id="rId4" Type="http://schemas.openxmlformats.org/officeDocument/2006/relationships/customXml" Target="../ink/ink1.xml"/><Relationship Id="rId9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7.png"/><Relationship Id="rId18" Type="http://schemas.openxmlformats.org/officeDocument/2006/relationships/customXml" Target="../ink/ink11.xml"/><Relationship Id="rId3" Type="http://schemas.openxmlformats.org/officeDocument/2006/relationships/customXml" Target="../ink/ink4.xml"/><Relationship Id="rId21" Type="http://schemas.openxmlformats.org/officeDocument/2006/relationships/image" Target="../media/image21.png"/><Relationship Id="rId7" Type="http://schemas.openxmlformats.org/officeDocument/2006/relationships/customXml" Target="../ink/ink6.xml"/><Relationship Id="rId12" Type="http://schemas.openxmlformats.org/officeDocument/2006/relationships/customXml" Target="../ink/ink8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16.png"/><Relationship Id="rId24" Type="http://schemas.openxmlformats.org/officeDocument/2006/relationships/customXml" Target="../ink/ink14.xml"/><Relationship Id="rId5" Type="http://schemas.openxmlformats.org/officeDocument/2006/relationships/customXml" Target="../ink/ink5.xml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10" Type="http://schemas.openxmlformats.org/officeDocument/2006/relationships/customXml" Target="../ink/ink7.xml"/><Relationship Id="rId19" Type="http://schemas.openxmlformats.org/officeDocument/2006/relationships/image" Target="../media/image20.png"/><Relationship Id="rId4" Type="http://schemas.openxmlformats.org/officeDocument/2006/relationships/image" Target="../media/image120.png"/><Relationship Id="rId9" Type="http://schemas.openxmlformats.org/officeDocument/2006/relationships/image" Target="../media/image15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5CB70A-136A-427A-B389-C3991A999B87}"/>
              </a:ext>
            </a:extLst>
          </p:cNvPr>
          <p:cNvSpPr txBox="1"/>
          <p:nvPr/>
        </p:nvSpPr>
        <p:spPr>
          <a:xfrm>
            <a:off x="1940859" y="61555"/>
            <a:ext cx="83102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37490" algn="ctr">
              <a:tabLst>
                <a:tab pos="27051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tabLst>
                <a:tab pos="27051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tabLst>
                <a:tab pos="270510" algn="l"/>
              </a:tabLst>
            </a:pPr>
            <a:r>
              <a:rPr lang="ru-RU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университет (национальный исследовательский университет)»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tabLst>
                <a:tab pos="270510" algn="l"/>
              </a:tabLst>
            </a:pPr>
            <a:r>
              <a:rPr lang="ru-RU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Высшая школа электроники и компьютерных наук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системного программирования</a:t>
            </a:r>
            <a:endParaRPr lang="ru-RU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CA43C-D7FC-4D27-8301-FC8AAF688159}"/>
              </a:ext>
            </a:extLst>
          </p:cNvPr>
          <p:cNvSpPr txBox="1"/>
          <p:nvPr/>
        </p:nvSpPr>
        <p:spPr>
          <a:xfrm>
            <a:off x="291547" y="1939333"/>
            <a:ext cx="116619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180340" algn="l"/>
                <a:tab pos="270510" algn="l"/>
              </a:tabLst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системы поиска шаблонов </a:t>
            </a:r>
          </a:p>
          <a:p>
            <a:pPr algn="ctr">
              <a:tabLst>
                <a:tab pos="180340" algn="l"/>
                <a:tab pos="270510" algn="l"/>
              </a:tabLst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данных портала GitHub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89AA8-90F9-4A13-828F-B553A0E5B158}"/>
              </a:ext>
            </a:extLst>
          </p:cNvPr>
          <p:cNvSpPr txBox="1"/>
          <p:nvPr/>
        </p:nvSpPr>
        <p:spPr>
          <a:xfrm>
            <a:off x="591671" y="4595772"/>
            <a:ext cx="269837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">
              <a:lnSpc>
                <a:spcPct val="150000"/>
              </a:lnSpc>
              <a:tabLst>
                <a:tab pos="27051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Научный руководитель: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">
              <a:lnSpc>
                <a:spcPct val="150000"/>
              </a:lnSpc>
              <a:tabLst>
                <a:tab pos="180340" algn="l"/>
                <a:tab pos="27051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профессор кафедры СП,</a:t>
            </a:r>
          </a:p>
          <a:p>
            <a:pPr marL="22860">
              <a:lnSpc>
                <a:spcPct val="150000"/>
              </a:lnSpc>
              <a:tabLst>
                <a:tab pos="180340" algn="l"/>
                <a:tab pos="27051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д.ф.-м.н., доцент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">
              <a:lnSpc>
                <a:spcPct val="150000"/>
              </a:lnSpc>
              <a:tabLst>
                <a:tab pos="27051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М.Л. 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Цымблер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B2418-ADAB-48C0-B9C9-A7FFFC06E1B7}"/>
              </a:ext>
            </a:extLst>
          </p:cNvPr>
          <p:cNvSpPr txBox="1"/>
          <p:nvPr/>
        </p:nvSpPr>
        <p:spPr>
          <a:xfrm>
            <a:off x="9144000" y="4709392"/>
            <a:ext cx="269837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90">
              <a:tabLst>
                <a:tab pos="27051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Автор работы: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1590">
              <a:lnSpc>
                <a:spcPct val="150000"/>
              </a:lnSpc>
              <a:tabLst>
                <a:tab pos="27051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 группы КЭ-403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Е.В. Елисеев</a:t>
            </a:r>
            <a:endParaRPr lang="ru-RU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22848F-83DE-04B1-2696-D4768DE4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14713" y="6300341"/>
            <a:ext cx="1962573" cy="365125"/>
          </a:xfrm>
        </p:spPr>
        <p:txBody>
          <a:bodyPr/>
          <a:lstStyle/>
          <a:p>
            <a:r>
              <a:rPr lang="ru-RU" dirty="0"/>
              <a:t>Челябинск 2024</a:t>
            </a:r>
          </a:p>
        </p:txBody>
      </p:sp>
    </p:spTree>
    <p:extLst>
      <p:ext uri="{BB962C8B-B14F-4D97-AF65-F5344CB8AC3E}">
        <p14:creationId xmlns:p14="http://schemas.microsoft.com/office/powerpoint/2010/main" val="421233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F3362-C79B-4814-802F-A104A7F06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0" y="736144"/>
            <a:ext cx="10586720" cy="5385711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4C6ED-FCAC-43D2-B8BB-9875FF968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2ACC5C-F524-10AE-6654-11E912EC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2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693812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59324B-F2C8-D5A1-033A-6F26E24F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F4BF0-71A1-DD7A-65FD-AE3A2756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3</a:t>
            </a:fld>
            <a:r>
              <a:rPr lang="ru-RU" dirty="0"/>
              <a:t>/21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23DEBA-F28C-2485-9090-C4982FCD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819" y="894873"/>
            <a:ext cx="7120362" cy="50682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6EF812-5AC6-3A97-A06A-33B7041522E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842106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F6EC59-547B-A577-4F37-0398FD23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66E2CC-3817-4794-7ED8-1FFD1AD4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4</a:t>
            </a:fld>
            <a:r>
              <a:rPr lang="ru-RU" dirty="0"/>
              <a:t>/21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2A4A67-5087-5746-7516-3E7EF4740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579549"/>
              </p:ext>
            </p:extLst>
          </p:nvPr>
        </p:nvGraphicFramePr>
        <p:xfrm>
          <a:off x="2113279" y="1600200"/>
          <a:ext cx="7965440" cy="3657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8470">
                  <a:extLst>
                    <a:ext uri="{9D8B030D-6E8A-4147-A177-3AD203B41FA5}">
                      <a16:colId xmlns:a16="http://schemas.microsoft.com/office/drawing/2014/main" val="996830485"/>
                    </a:ext>
                  </a:extLst>
                </a:gridCol>
                <a:gridCol w="1245725">
                  <a:extLst>
                    <a:ext uri="{9D8B030D-6E8A-4147-A177-3AD203B41FA5}">
                      <a16:colId xmlns:a16="http://schemas.microsoft.com/office/drawing/2014/main" val="2933384222"/>
                    </a:ext>
                  </a:extLst>
                </a:gridCol>
                <a:gridCol w="6101245">
                  <a:extLst>
                    <a:ext uri="{9D8B030D-6E8A-4147-A177-3AD203B41FA5}">
                      <a16:colId xmlns:a16="http://schemas.microsoft.com/office/drawing/2014/main" val="1154058566"/>
                    </a:ext>
                  </a:extLst>
                </a:gridCol>
              </a:tblGrid>
              <a:tr h="27380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Команды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Семантика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6868780"/>
                  </a:ext>
                </a:extLst>
              </a:tr>
              <a:tr h="2738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Инициализация нового </a:t>
                      </a: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репозитория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64905840"/>
                  </a:ext>
                </a:extLst>
              </a:tr>
              <a:tr h="22817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Добавление файлов в индекс для последующего коммита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1629683"/>
                  </a:ext>
                </a:extLst>
              </a:tr>
              <a:tr h="2738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Фиксация изменений в репозитории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6121779"/>
                  </a:ext>
                </a:extLst>
              </a:tr>
              <a:tr h="2738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Отправка изменений в удаленный репозиторий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36172491"/>
                  </a:ext>
                </a:extLst>
              </a:tr>
              <a:tr h="2738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Слияние изменений из одной ветки в другую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26825041"/>
                  </a:ext>
                </a:extLst>
              </a:tr>
              <a:tr h="2738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новой ветки в репозитории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4747197"/>
                  </a:ext>
                </a:extLst>
              </a:tr>
              <a:tr h="2738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checkout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Переключение между ветками или коммитами в репозитории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7944468"/>
                  </a:ext>
                </a:extLst>
              </a:tr>
              <a:tr h="2738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clone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Клонирование удаленного репозитория на локальную машину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40756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F15453-F925-EEED-7731-B72A82F40BB7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2767068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9D930-9E74-49C5-8722-9991AD6B40C1}"/>
              </a:ext>
            </a:extLst>
          </p:cNvPr>
          <p:cNvSpPr txBox="1"/>
          <p:nvPr/>
        </p:nvSpPr>
        <p:spPr>
          <a:xfrm>
            <a:off x="322729" y="843584"/>
            <a:ext cx="1105348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  <a:p>
            <a:pPr algn="just"/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системы поиска шаблонов в данных портала GitHub.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и спецификацию предметной области.</a:t>
            </a: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проектирование пользовательского интерфейса и архитектуры системы.</a:t>
            </a: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систему поиска шаблонов.</a:t>
            </a: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системы поиска шаблонов.</a:t>
            </a: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эксперименты с применением разработанной системы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1EEC7-6DB5-14AE-FB79-2FBBA5BB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B64D5E-0FFB-8223-94ED-7478978E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5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2996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17856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5" name="AutoShape 2" descr="{\displaystyle \mathrm {supp} (X)={\frac {|\{t\in T;X\subseteq t\}|}{|T|}}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{\displaystyle \mathrm {supp} (X)={\frac {|\{t\in T;X\subseteq t\}|}{|T|}}}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990" y="2602262"/>
            <a:ext cx="3715219" cy="330378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4"/>
          <a:srcRect l="13267" t="13197" r="8606" b="10332"/>
          <a:stretch/>
        </p:blipFill>
        <p:spPr>
          <a:xfrm>
            <a:off x="3177987" y="1557807"/>
            <a:ext cx="5836025" cy="485299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551" y="2899132"/>
            <a:ext cx="4651090" cy="259419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77AAD-5B4F-72B3-C4EA-72DB5721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52FB5E-DF8C-FD06-0E3D-63B77A75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6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278138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7375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BD0C3-B3C9-495C-9842-EB1B6C680096}"/>
              </a:ext>
            </a:extLst>
          </p:cNvPr>
          <p:cNvSpPr txBox="1"/>
          <p:nvPr/>
        </p:nvSpPr>
        <p:spPr>
          <a:xfrm>
            <a:off x="1351280" y="951431"/>
            <a:ext cx="3139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playground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2" descr="{\displaystyle \mathrm {supp} (X)={\frac {|\{t\in T;X\subseteq t\}|}{|T|}}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{\displaystyle \mathrm {supp} (X)={\frac {|\{t\in T;X\subseteq t\}|}{|T|}}}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2235F-5075-3EA0-DFA5-BBAC7F343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" y="1507988"/>
            <a:ext cx="9489440" cy="4811532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AD122A7-4BA9-6DED-10AE-114970F0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9980F4-B585-36B1-040B-89E1EC10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7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70622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-1" y="109525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BD0C3-B3C9-495C-9842-EB1B6C680096}"/>
              </a:ext>
            </a:extLst>
          </p:cNvPr>
          <p:cNvSpPr txBox="1"/>
          <p:nvPr/>
        </p:nvSpPr>
        <p:spPr>
          <a:xfrm>
            <a:off x="1459651" y="1115957"/>
            <a:ext cx="1582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2" descr="{\displaystyle \mathrm {supp} (X)={\frac {|\{t\in T;X\subseteq t\}|}{|T|}}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{\displaystyle \mathrm {supp} (X)={\frac {|\{t\in T;X\subseteq t\}|}{|T|}}}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471FA-019D-0B87-136C-BDEC343CB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651" y="1636018"/>
            <a:ext cx="9272695" cy="464367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52E16D-C454-702C-877A-E1FA417E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324E1D-788C-3E3F-4369-43CAD315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8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961049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39E563-E5EC-7AAC-95F3-EB89210C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E8525D-76BF-D2B5-F66E-1F8F6317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9</a:t>
            </a:fld>
            <a:r>
              <a:rPr lang="ru-RU" dirty="0"/>
              <a:t>/21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B8F57-4B11-7470-1F3C-02535B391D59}"/>
              </a:ext>
            </a:extLst>
          </p:cNvPr>
          <p:cNvSpPr txBox="1"/>
          <p:nvPr/>
        </p:nvSpPr>
        <p:spPr>
          <a:xfrm>
            <a:off x="-1" y="109525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АЛГОРИТМА К ДАННЫМ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0C9C04-88CE-BD30-B229-EBAA54E0F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150650"/>
              </p:ext>
            </p:extLst>
          </p:nvPr>
        </p:nvGraphicFramePr>
        <p:xfrm>
          <a:off x="547187" y="3924013"/>
          <a:ext cx="4815841" cy="19316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3302">
                  <a:extLst>
                    <a:ext uri="{9D8B030D-6E8A-4147-A177-3AD203B41FA5}">
                      <a16:colId xmlns:a16="http://schemas.microsoft.com/office/drawing/2014/main" val="128433378"/>
                    </a:ext>
                  </a:extLst>
                </a:gridCol>
                <a:gridCol w="1231448">
                  <a:extLst>
                    <a:ext uri="{9D8B030D-6E8A-4147-A177-3AD203B41FA5}">
                      <a16:colId xmlns:a16="http://schemas.microsoft.com/office/drawing/2014/main" val="3602991558"/>
                    </a:ext>
                  </a:extLst>
                </a:gridCol>
                <a:gridCol w="1284980">
                  <a:extLst>
                    <a:ext uri="{9D8B030D-6E8A-4147-A177-3AD203B41FA5}">
                      <a16:colId xmlns:a16="http://schemas.microsoft.com/office/drawing/2014/main" val="3858208282"/>
                    </a:ext>
                  </a:extLst>
                </a:gridCol>
                <a:gridCol w="1686111">
                  <a:extLst>
                    <a:ext uri="{9D8B030D-6E8A-4147-A177-3AD203B41FA5}">
                      <a16:colId xmlns:a16="http://schemas.microsoft.com/office/drawing/2014/main" val="1774450716"/>
                    </a:ext>
                  </a:extLst>
                </a:gridCol>
              </a:tblGrid>
              <a:tr h="29919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Pushes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Stars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5017711"/>
                  </a:ext>
                </a:extLst>
              </a:tr>
              <a:tr h="29919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901722"/>
                  </a:ext>
                </a:extLst>
              </a:tr>
              <a:tr h="29919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1882568"/>
                  </a:ext>
                </a:extLst>
              </a:tr>
              <a:tr h="29919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6230247"/>
                  </a:ext>
                </a:extLst>
              </a:tr>
              <a:tr h="29919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3951609"/>
                  </a:ext>
                </a:extLst>
              </a:tr>
              <a:tr h="29919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574754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72800112-B80B-23EE-E1B2-753ED0465DE9}"/>
              </a:ext>
            </a:extLst>
          </p:cNvPr>
          <p:cNvSpPr/>
          <p:nvPr/>
        </p:nvSpPr>
        <p:spPr>
          <a:xfrm>
            <a:off x="5621867" y="4681884"/>
            <a:ext cx="948266" cy="36512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7143F-7A55-0349-7137-2E2292A55C12}"/>
              </a:ext>
            </a:extLst>
          </p:cNvPr>
          <p:cNvSpPr txBox="1"/>
          <p:nvPr/>
        </p:nvSpPr>
        <p:spPr>
          <a:xfrm>
            <a:off x="5621867" y="4263986"/>
            <a:ext cx="839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Apriori</a:t>
            </a:r>
            <a:endParaRPr lang="ru-RU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C1AFB65-06A6-315A-D758-67A496662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543423"/>
              </p:ext>
            </p:extLst>
          </p:nvPr>
        </p:nvGraphicFramePr>
        <p:xfrm>
          <a:off x="6762690" y="4318573"/>
          <a:ext cx="5199017" cy="109174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97448">
                  <a:extLst>
                    <a:ext uri="{9D8B030D-6E8A-4147-A177-3AD203B41FA5}">
                      <a16:colId xmlns:a16="http://schemas.microsoft.com/office/drawing/2014/main" val="554624695"/>
                    </a:ext>
                  </a:extLst>
                </a:gridCol>
                <a:gridCol w="1706675">
                  <a:extLst>
                    <a:ext uri="{9D8B030D-6E8A-4147-A177-3AD203B41FA5}">
                      <a16:colId xmlns:a16="http://schemas.microsoft.com/office/drawing/2014/main" val="4200375326"/>
                    </a:ext>
                  </a:extLst>
                </a:gridCol>
                <a:gridCol w="1085445">
                  <a:extLst>
                    <a:ext uri="{9D8B030D-6E8A-4147-A177-3AD203B41FA5}">
                      <a16:colId xmlns:a16="http://schemas.microsoft.com/office/drawing/2014/main" val="1710308964"/>
                    </a:ext>
                  </a:extLst>
                </a:gridCol>
                <a:gridCol w="832856">
                  <a:extLst>
                    <a:ext uri="{9D8B030D-6E8A-4147-A177-3AD203B41FA5}">
                      <a16:colId xmlns:a16="http://schemas.microsoft.com/office/drawing/2014/main" val="2728156721"/>
                    </a:ext>
                  </a:extLst>
                </a:gridCol>
                <a:gridCol w="1276593">
                  <a:extLst>
                    <a:ext uri="{9D8B030D-6E8A-4147-A177-3AD203B41FA5}">
                      <a16:colId xmlns:a16="http://schemas.microsoft.com/office/drawing/2014/main" val="3682474319"/>
                    </a:ext>
                  </a:extLst>
                </a:gridCol>
              </a:tblGrid>
              <a:tr h="49807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Антецедент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Консеквент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Поддер-жка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Достоверность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7778650"/>
                  </a:ext>
                </a:extLst>
              </a:tr>
              <a:tr h="34463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Pushes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10,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0}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1007592"/>
                  </a:ext>
                </a:extLst>
              </a:tr>
              <a:tr h="24903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Pushes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5,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10}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3293124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9B77D58E-DB9F-0C38-ED4E-1591457C9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809" y="1138820"/>
            <a:ext cx="2034699" cy="1795168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4023FE6C-A8E6-C61C-9459-147846474B57}"/>
              </a:ext>
            </a:extLst>
          </p:cNvPr>
          <p:cNvSpPr/>
          <p:nvPr/>
        </p:nvSpPr>
        <p:spPr>
          <a:xfrm rot="5400000">
            <a:off x="2510821" y="3152487"/>
            <a:ext cx="696020" cy="36512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D5F3A5-53B2-8325-8A8F-A7C864202B18}"/>
              </a:ext>
            </a:extLst>
          </p:cNvPr>
          <p:cNvSpPr txBox="1"/>
          <p:nvPr/>
        </p:nvSpPr>
        <p:spPr>
          <a:xfrm>
            <a:off x="2342364" y="2026288"/>
            <a:ext cx="103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Сервисы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6B4F9-A567-1B7C-CB1B-145001B619EA}"/>
              </a:ext>
            </a:extLst>
          </p:cNvPr>
          <p:cNvSpPr txBox="1"/>
          <p:nvPr/>
        </p:nvSpPr>
        <p:spPr>
          <a:xfrm>
            <a:off x="3041394" y="3122370"/>
            <a:ext cx="1280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</a:t>
            </a:r>
            <a:r>
              <a:rPr lang="ru-RU" dirty="0"/>
              <a:t> + </a:t>
            </a:r>
            <a:r>
              <a:rPr lang="en-US" dirty="0"/>
              <a:t>HTTP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733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FD9A4-E09C-4265-4AD3-8D6347373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305" y="1174345"/>
            <a:ext cx="8581390" cy="496099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18B98-9227-E89E-4216-E97AC57E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71089-D0F0-A0F1-70B8-DD1E3B11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10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13602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9FA319-53B1-BCC2-247D-A699B2E21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982" y="804459"/>
            <a:ext cx="8154036" cy="53613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0C46C-D356-0043-0F28-0736377B9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9BEB9B-0EED-CEF8-AF80-268091C4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11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559536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BF36CC-5F4F-EF33-AA74-90EA95756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825397"/>
              </p:ext>
            </p:extLst>
          </p:nvPr>
        </p:nvGraphicFramePr>
        <p:xfrm>
          <a:off x="2133600" y="1247986"/>
          <a:ext cx="767207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52353">
                  <a:extLst>
                    <a:ext uri="{9D8B030D-6E8A-4147-A177-3AD203B41FA5}">
                      <a16:colId xmlns:a16="http://schemas.microsoft.com/office/drawing/2014/main" val="1540626529"/>
                    </a:ext>
                  </a:extLst>
                </a:gridCol>
                <a:gridCol w="800232">
                  <a:extLst>
                    <a:ext uri="{9D8B030D-6E8A-4147-A177-3AD203B41FA5}">
                      <a16:colId xmlns:a16="http://schemas.microsoft.com/office/drawing/2014/main" val="1058532723"/>
                    </a:ext>
                  </a:extLst>
                </a:gridCol>
                <a:gridCol w="4419485">
                  <a:extLst>
                    <a:ext uri="{9D8B030D-6E8A-4147-A177-3AD203B41FA5}">
                      <a16:colId xmlns:a16="http://schemas.microsoft.com/office/drawing/2014/main" val="1658150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Атрибут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данных</a:t>
                      </a:r>
                      <a:endParaRPr lang="ru-RU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Семантика</a:t>
                      </a:r>
                      <a:endParaRPr lang="ru-RU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3032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pushes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отправленных изменений (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pushes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в репозиторий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857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avg_push_size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Средний размер отправленных изменений (pushes)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2261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pull_requests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запросов на внесение изменений (pull requests)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498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merged_pull_requests_ratio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Отношение успешно принятых запросов на внесение изменений (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pull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к общему числу таких запросов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905797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69CDED-8AE1-E809-599B-A96351ADA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597408"/>
              </p:ext>
            </p:extLst>
          </p:nvPr>
        </p:nvGraphicFramePr>
        <p:xfrm>
          <a:off x="2133599" y="3379046"/>
          <a:ext cx="7672068" cy="28981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52352">
                  <a:extLst>
                    <a:ext uri="{9D8B030D-6E8A-4147-A177-3AD203B41FA5}">
                      <a16:colId xmlns:a16="http://schemas.microsoft.com/office/drawing/2014/main" val="1533574516"/>
                    </a:ext>
                  </a:extLst>
                </a:gridCol>
                <a:gridCol w="800232">
                  <a:extLst>
                    <a:ext uri="{9D8B030D-6E8A-4147-A177-3AD203B41FA5}">
                      <a16:colId xmlns:a16="http://schemas.microsoft.com/office/drawing/2014/main" val="2388763894"/>
                    </a:ext>
                  </a:extLst>
                </a:gridCol>
                <a:gridCol w="4419484">
                  <a:extLst>
                    <a:ext uri="{9D8B030D-6E8A-4147-A177-3AD203B41FA5}">
                      <a16:colId xmlns:a16="http://schemas.microsoft.com/office/drawing/2014/main" val="1032431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созданных вопросов или проблем (issues)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082992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new_members_count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новых участников репозитория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5832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closed_issues_ratio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Отношение успешно закрытых вопросов или проблем (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к общему числу таких вопросов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24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watches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пользователей, отслеживающих обновления репозитория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6787709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forks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ветвлений (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forks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репозитория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9522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 программирования, на котором написан код в репозитории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922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license_name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лицензии, под которой распространяется код в репозитории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9159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is_deleted_or_private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Булево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Индикатор, указывающий, удален репозиторий или является ли он приватным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50758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6328AF-06C6-9624-8276-E3DA5DD89AE1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ТРАНЗАКЦИИ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209F32A-4ECF-C331-C576-6B2BAA96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D6E7C9-78EA-0D85-48B9-878386FA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12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626478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24D6F0-2BBA-4957-AFC5-93A7AC6BA1FC}"/>
              </a:ext>
            </a:extLst>
          </p:cNvPr>
          <p:cNvSpPr txBox="1"/>
          <p:nvPr/>
        </p:nvSpPr>
        <p:spPr>
          <a:xfrm>
            <a:off x="497540" y="676088"/>
            <a:ext cx="11053483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3.11.7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17F12-9988-40E4-9947-B94A9D063E28}"/>
              </a:ext>
            </a:extLst>
          </p:cNvPr>
          <p:cNvSpPr txBox="1"/>
          <p:nvPr/>
        </p:nvSpPr>
        <p:spPr>
          <a:xfrm>
            <a:off x="497540" y="1628507"/>
            <a:ext cx="2315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B3DC80B2-F4E9-4C8D-8012-A196D51CE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775521"/>
              </p:ext>
            </p:extLst>
          </p:nvPr>
        </p:nvGraphicFramePr>
        <p:xfrm>
          <a:off x="497540" y="2300843"/>
          <a:ext cx="11264154" cy="4096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3566">
                  <a:extLst>
                    <a:ext uri="{9D8B030D-6E8A-4147-A177-3AD203B41FA5}">
                      <a16:colId xmlns:a16="http://schemas.microsoft.com/office/drawing/2014/main" val="1253534247"/>
                    </a:ext>
                  </a:extLst>
                </a:gridCol>
                <a:gridCol w="3087627">
                  <a:extLst>
                    <a:ext uri="{9D8B030D-6E8A-4147-A177-3AD203B41FA5}">
                      <a16:colId xmlns:a16="http://schemas.microsoft.com/office/drawing/2014/main" val="4231175743"/>
                    </a:ext>
                  </a:extLst>
                </a:gridCol>
                <a:gridCol w="2784711">
                  <a:extLst>
                    <a:ext uri="{9D8B030D-6E8A-4147-A177-3AD203B41FA5}">
                      <a16:colId xmlns:a16="http://schemas.microsoft.com/office/drawing/2014/main" val="2219686513"/>
                    </a:ext>
                  </a:extLst>
                </a:gridCol>
                <a:gridCol w="2868250">
                  <a:extLst>
                    <a:ext uri="{9D8B030D-6E8A-4147-A177-3AD203B41FA5}">
                      <a16:colId xmlns:a16="http://schemas.microsoft.com/office/drawing/2014/main" val="2332371237"/>
                    </a:ext>
                  </a:extLst>
                </a:gridCol>
              </a:tblGrid>
              <a:tr h="700546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Веб-интерфейс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Запрос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Хранение и преобразование</a:t>
                      </a:r>
                      <a:r>
                        <a:rPr lang="ru-RU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данных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шаблонов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199985"/>
                  </a:ext>
                </a:extLst>
              </a:tr>
              <a:tr h="27250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iohttp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Asyncio</a:t>
                      </a:r>
                      <a:endParaRPr lang="en-US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Selenium</a:t>
                      </a:r>
                      <a:endParaRPr lang="ru-RU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Pandas 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Numpy</a:t>
                      </a:r>
                      <a:endParaRPr lang="ru-RU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Mlxtend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37642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AC945-535B-E233-D133-28DDAB61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0223E-66CA-8800-98BE-2A53CD09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13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43386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F93EE-AF4B-3C0D-484A-2E6DA1471D63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A68B5-8CD0-7CF8-828A-E8515567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B8D3CF-4ADB-1BFF-C4F9-480AD8F1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14</a:t>
            </a:fld>
            <a:r>
              <a:rPr lang="ru-RU" dirty="0"/>
              <a:t>/21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CD689-6020-DDD6-5528-5D80D56B6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756" y="778912"/>
            <a:ext cx="4776167" cy="53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7161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13447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ПОЛУЧЕНИЯ ДАННЫХ ЧЕРЕЗ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92D66E-2E93-4A7A-34C7-317DEC8D8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1131203"/>
            <a:ext cx="9692640" cy="48596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B79BB4-EF05-B592-9E74-12AD8FD10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7C2A8-9691-3D5D-9D6B-BA590E91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15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122566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131186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ПОИСКА ШАБЛОНОВ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AB4D5-EBAB-A843-97C2-17C51A16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D64B6-9EF6-4756-C38C-767F7BCA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16</a:t>
            </a:fld>
            <a:r>
              <a:rPr lang="ru-RU" dirty="0"/>
              <a:t>/21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79764-6135-341E-1B35-2EEE9AA47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37" y="989398"/>
            <a:ext cx="9689525" cy="48792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969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ЭКСПЕРИМЕНТЫ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F82BB-2682-E649-21D2-BEBF352B7CAF}"/>
              </a:ext>
            </a:extLst>
          </p:cNvPr>
          <p:cNvSpPr txBox="1"/>
          <p:nvPr/>
        </p:nvSpPr>
        <p:spPr>
          <a:xfrm>
            <a:off x="589429" y="2239555"/>
            <a:ext cx="94080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тесты: 6 тестов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Вычислительные эксперименты: 2 эксперимента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интересных шаблонов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48B24-F35A-CA77-EBC4-0E7D21F1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3C28E-7C98-3B89-2429-BD5CF7FF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17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410367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DE7DE-CDD4-19E0-3932-7CA036C48C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32" t="8232" r="7655" b="4444"/>
          <a:stretch/>
        </p:blipFill>
        <p:spPr bwMode="auto">
          <a:xfrm>
            <a:off x="1747123" y="1164060"/>
            <a:ext cx="8697754" cy="5078945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EF389A-286B-3AAB-DE1A-CD6C4C1EF3F2}"/>
                  </a:ext>
                </a:extLst>
              </p14:cNvPr>
              <p14:cNvContentPartPr/>
              <p14:nvPr/>
            </p14:nvContentPartPr>
            <p14:xfrm>
              <a:off x="3875013" y="1232213"/>
              <a:ext cx="4699800" cy="103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EF389A-286B-3AAB-DE1A-CD6C4C1EF3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9373" y="1196213"/>
                <a:ext cx="477144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7248E61-5E1D-547E-048F-0C8960C5D2C8}"/>
                  </a:ext>
                </a:extLst>
              </p14:cNvPr>
              <p14:cNvContentPartPr/>
              <p14:nvPr/>
            </p14:nvContentPartPr>
            <p14:xfrm>
              <a:off x="8513973" y="132077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7248E61-5E1D-547E-048F-0C8960C5D2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77973" y="1284773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1A04E68-132F-A878-4413-88F6A7DFB91C}"/>
                  </a:ext>
                </a:extLst>
              </p14:cNvPr>
              <p14:cNvContentPartPr/>
              <p14:nvPr/>
            </p14:nvContentPartPr>
            <p14:xfrm>
              <a:off x="8209053" y="1327253"/>
              <a:ext cx="3384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1A04E68-132F-A878-4413-88F6A7DFB9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73413" y="1291613"/>
                <a:ext cx="10548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E390B60-18A2-3D00-C8CC-36B1934B58C9}"/>
              </a:ext>
            </a:extLst>
          </p:cNvPr>
          <p:cNvSpPr txBox="1"/>
          <p:nvPr/>
        </p:nvSpPr>
        <p:spPr>
          <a:xfrm>
            <a:off x="2401146" y="747208"/>
            <a:ext cx="738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Зависимость времени поиска шаблонов от изменения порога поддержки</a:t>
            </a:r>
            <a:endParaRPr lang="ru-RU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442FE07-B587-8349-2BCE-821AF42F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AB3B5-AF83-D8C8-DC7A-4D2E4D43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18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299466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61E3A2B-1A8B-DB9D-25D4-F01DE49F8260}"/>
                  </a:ext>
                </a:extLst>
              </p14:cNvPr>
              <p14:cNvContentPartPr/>
              <p14:nvPr/>
            </p14:nvContentPartPr>
            <p14:xfrm>
              <a:off x="3875013" y="1232213"/>
              <a:ext cx="4699800" cy="103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61E3A2B-1A8B-DB9D-25D4-F01DE49F82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9373" y="1196213"/>
                <a:ext cx="477144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07EE62-C7FA-412A-3297-1DBA141BAD48}"/>
                  </a:ext>
                </a:extLst>
              </p14:cNvPr>
              <p14:cNvContentPartPr/>
              <p14:nvPr/>
            </p14:nvContentPartPr>
            <p14:xfrm>
              <a:off x="8513973" y="132077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B07EE62-C7FA-412A-3297-1DBA141BAD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77973" y="1284773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A6A55D-090A-531D-5AE3-E373428F15BA}"/>
                  </a:ext>
                </a:extLst>
              </p14:cNvPr>
              <p14:cNvContentPartPr/>
              <p14:nvPr/>
            </p14:nvContentPartPr>
            <p14:xfrm>
              <a:off x="8209053" y="1327253"/>
              <a:ext cx="3384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A6A55D-090A-531D-5AE3-E373428F15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73413" y="1291613"/>
                <a:ext cx="10548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8A26CC6-EE24-BAEC-4480-43E744C34233}"/>
              </a:ext>
            </a:extLst>
          </p:cNvPr>
          <p:cNvSpPr txBox="1"/>
          <p:nvPr/>
        </p:nvSpPr>
        <p:spPr>
          <a:xfrm>
            <a:off x="2401146" y="747208"/>
            <a:ext cx="7389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Зависимость времени поиска шаблонов от мощности набора транзакций</a:t>
            </a:r>
          </a:p>
          <a:p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17A9A-7218-7022-A95A-055852AF2F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4002" y="1232213"/>
            <a:ext cx="8263996" cy="490464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1139328-0CD7-0612-80CF-E48A8AF9CA29}"/>
              </a:ext>
            </a:extLst>
          </p:cNvPr>
          <p:cNvGrpSpPr/>
          <p:nvPr/>
        </p:nvGrpSpPr>
        <p:grpSpPr>
          <a:xfrm>
            <a:off x="3596373" y="1305813"/>
            <a:ext cx="5150520" cy="70200"/>
            <a:chOff x="3596373" y="1305813"/>
            <a:chExt cx="5150520" cy="7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9842B4-BA04-7E25-A38B-CD72E8692191}"/>
                    </a:ext>
                  </a:extLst>
                </p14:cNvPr>
                <p14:cNvContentPartPr/>
                <p14:nvPr/>
              </p14:nvContentPartPr>
              <p14:xfrm>
                <a:off x="3596373" y="1319853"/>
                <a:ext cx="1537200" cy="48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9842B4-BA04-7E25-A38B-CD72E86921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60373" y="1283853"/>
                  <a:ext cx="1608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79D8BA-3DFE-022D-0166-61DDCD4C7238}"/>
                    </a:ext>
                  </a:extLst>
                </p14:cNvPr>
                <p14:cNvContentPartPr/>
                <p14:nvPr/>
              </p14:nvContentPartPr>
              <p14:xfrm>
                <a:off x="4612293" y="1305813"/>
                <a:ext cx="906120" cy="62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79D8BA-3DFE-022D-0166-61DDCD4C723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76653" y="1269813"/>
                  <a:ext cx="9777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15ED5BF-FB81-656D-C965-8133D7ACF663}"/>
                    </a:ext>
                  </a:extLst>
                </p14:cNvPr>
                <p14:cNvContentPartPr/>
                <p14:nvPr/>
              </p14:nvContentPartPr>
              <p14:xfrm>
                <a:off x="4998573" y="1320213"/>
                <a:ext cx="892440" cy="21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15ED5BF-FB81-656D-C965-8133D7ACF6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62933" y="1284213"/>
                  <a:ext cx="964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9A0907-4134-6999-53DB-FA3C3351FF20}"/>
                    </a:ext>
                  </a:extLst>
                </p14:cNvPr>
                <p14:cNvContentPartPr/>
                <p14:nvPr/>
              </p14:nvContentPartPr>
              <p14:xfrm>
                <a:off x="5100093" y="1354053"/>
                <a:ext cx="1290240" cy="7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9A0907-4134-6999-53DB-FA3C3351FF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64093" y="1318413"/>
                  <a:ext cx="1361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F8EE38-0B58-801E-A219-E054F8224770}"/>
                    </a:ext>
                  </a:extLst>
                </p14:cNvPr>
                <p14:cNvContentPartPr/>
                <p14:nvPr/>
              </p14:nvContentPartPr>
              <p14:xfrm>
                <a:off x="5838453" y="1313013"/>
                <a:ext cx="552240" cy="34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F8EE38-0B58-801E-A219-E054F82247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02813" y="1277373"/>
                  <a:ext cx="623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DD6457-BC2D-5C8E-74E2-E154C62CD45F}"/>
                    </a:ext>
                  </a:extLst>
                </p14:cNvPr>
                <p14:cNvContentPartPr/>
                <p14:nvPr/>
              </p14:nvContentPartPr>
              <p14:xfrm>
                <a:off x="5973813" y="1347573"/>
                <a:ext cx="1203840" cy="28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DD6457-BC2D-5C8E-74E2-E154C62CD4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38173" y="1311933"/>
                  <a:ext cx="12754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5368AE5-56CC-0726-5EC4-97B8E2450092}"/>
                    </a:ext>
                  </a:extLst>
                </p14:cNvPr>
                <p14:cNvContentPartPr/>
                <p14:nvPr/>
              </p14:nvContentPartPr>
              <p14:xfrm>
                <a:off x="6299253" y="1313013"/>
                <a:ext cx="1615320" cy="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5368AE5-56CC-0726-5EC4-97B8E24500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63253" y="1277373"/>
                  <a:ext cx="16869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E54B6F-05A4-BA28-4267-2A1E72617F80}"/>
                    </a:ext>
                  </a:extLst>
                </p14:cNvPr>
                <p14:cNvContentPartPr/>
                <p14:nvPr/>
              </p14:nvContentPartPr>
              <p14:xfrm>
                <a:off x="7105293" y="1320573"/>
                <a:ext cx="1641600" cy="41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E54B6F-05A4-BA28-4267-2A1E72617F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69293" y="1284573"/>
                  <a:ext cx="1713240" cy="113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0F77FB2B-363B-3E53-5829-6A427CC0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EC723-FCA8-B088-A206-2B22B719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19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777608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141062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6205B-72AF-4286-B94D-4359513A59E4}"/>
              </a:ext>
            </a:extLst>
          </p:cNvPr>
          <p:cNvSpPr txBox="1"/>
          <p:nvPr/>
        </p:nvSpPr>
        <p:spPr>
          <a:xfrm>
            <a:off x="1783976" y="720049"/>
            <a:ext cx="8624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Шаблоны вида « -&gt; »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96447-8FB2-4F16-F5AB-19090AC3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085C8D-8E43-AD06-9998-56322447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20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492425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25DD-8CC4-48A0-A45C-A43464AB841D}"/>
              </a:ext>
            </a:extLst>
          </p:cNvPr>
          <p:cNvSpPr txBox="1"/>
          <p:nvPr/>
        </p:nvSpPr>
        <p:spPr>
          <a:xfrm>
            <a:off x="0" y="125506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6E9D9-DBC2-472A-9F01-4655CBFD155A}"/>
              </a:ext>
            </a:extLst>
          </p:cNvPr>
          <p:cNvSpPr txBox="1"/>
          <p:nvPr/>
        </p:nvSpPr>
        <p:spPr>
          <a:xfrm>
            <a:off x="528918" y="1051155"/>
            <a:ext cx="111341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анализ предметной области</a:t>
            </a: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­Выполнено проектирование системы поиска шаблонов</a:t>
            </a: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­Реализована система поиска шаблонов</a:t>
            </a: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­Проведено тестирование системы поиска шаблонов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000" indent="-4500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ряд экспериментов, которые оценили эффективность системы, а также выявили шаблоны, представляющие интерес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088BE-0C84-6622-1C87-69D3B9F6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Система поиска шаблонов в данных GitHub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831FC9-E3F5-5C66-D748-58AF511B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024-2147-4C4E-87D2-FF66EAF91B1A}" type="slidenum">
              <a:rPr lang="ru-RU" smtClean="0"/>
              <a:pPr/>
              <a:t>21</a:t>
            </a:fld>
            <a:r>
              <a:rPr lang="ru-RU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128351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705</Words>
  <Application>Microsoft Office PowerPoint</Application>
  <PresentationFormat>Widescreen</PresentationFormat>
  <Paragraphs>236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 Старостенок</dc:creator>
  <cp:lastModifiedBy>Егор Елисеев</cp:lastModifiedBy>
  <cp:revision>126</cp:revision>
  <dcterms:created xsi:type="dcterms:W3CDTF">2023-05-22T04:36:53Z</dcterms:created>
  <dcterms:modified xsi:type="dcterms:W3CDTF">2024-05-20T20:49:04Z</dcterms:modified>
</cp:coreProperties>
</file>