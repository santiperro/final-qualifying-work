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ink/ink1.xml" ContentType="application/inkml+xml"/>
  <Override PartName="/ppt/ink/ink2.xml" ContentType="application/inkml+xml"/>
  <Override PartName="/ppt/ink/ink3.xml" ContentType="application/inkml+xml"/>
  <Override PartName="/ppt/notesSlides/notesSlide15.xml" ContentType="application/vnd.openxmlformats-officedocument.presentationml.notesSlide+xml"/>
  <Override PartName="/ppt/ink/ink4.xml" ContentType="application/inkml+xml"/>
  <Override PartName="/ppt/ink/ink5.xml" ContentType="application/inkml+xml"/>
  <Override PartName="/ppt/ink/ink6.xml" ContentType="application/inkml+xml"/>
  <Override PartName="/ppt/ink/ink7.xml" ContentType="application/inkml+xml"/>
  <Override PartName="/ppt/ink/ink8.xml" ContentType="application/inkml+xml"/>
  <Override PartName="/ppt/ink/ink9.xml" ContentType="application/inkml+xml"/>
  <Override PartName="/ppt/ink/ink10.xml" ContentType="application/inkml+xml"/>
  <Override PartName="/ppt/ink/ink11.xml" ContentType="application/inkml+xml"/>
  <Override PartName="/ppt/ink/ink12.xml" ContentType="application/inkml+xml"/>
  <Override PartName="/ppt/ink/ink13.xml" ContentType="application/inkml+xml"/>
  <Override PartName="/ppt/ink/ink14.xml" ContentType="application/inkml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648" r:id="rId1"/>
  </p:sldMasterIdLst>
  <p:notesMasterIdLst>
    <p:notesMasterId r:id="rId23"/>
  </p:notesMasterIdLst>
  <p:handoutMasterIdLst>
    <p:handoutMasterId r:id="rId24"/>
  </p:handoutMasterIdLst>
  <p:sldIdLst>
    <p:sldId id="256" r:id="rId2"/>
    <p:sldId id="257" r:id="rId3"/>
    <p:sldId id="288" r:id="rId4"/>
    <p:sldId id="289" r:id="rId5"/>
    <p:sldId id="258" r:id="rId6"/>
    <p:sldId id="259" r:id="rId7"/>
    <p:sldId id="283" r:id="rId8"/>
    <p:sldId id="284" r:id="rId9"/>
    <p:sldId id="287" r:id="rId10"/>
    <p:sldId id="260" r:id="rId11"/>
    <p:sldId id="272" r:id="rId12"/>
    <p:sldId id="285" r:id="rId13"/>
    <p:sldId id="263" r:id="rId14"/>
    <p:sldId id="286" r:id="rId15"/>
    <p:sldId id="262" r:id="rId16"/>
    <p:sldId id="269" r:id="rId17"/>
    <p:sldId id="264" r:id="rId18"/>
    <p:sldId id="278" r:id="rId19"/>
    <p:sldId id="280" r:id="rId20"/>
    <p:sldId id="279" r:id="rId21"/>
    <p:sldId id="273" r:id="rId22"/>
  </p:sldIdLst>
  <p:sldSz cx="12192000" cy="6858000"/>
  <p:notesSz cx="6858000" cy="9144000"/>
  <p:defaultTextStyle>
    <a:defPPr>
      <a:defRPr lang="ru-RU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Default Section" id="{FDB2F0C0-3B84-4360-9B86-774154F489C0}">
          <p14:sldIdLst>
            <p14:sldId id="256"/>
            <p14:sldId id="257"/>
            <p14:sldId id="288"/>
            <p14:sldId id="289"/>
            <p14:sldId id="258"/>
            <p14:sldId id="259"/>
            <p14:sldId id="283"/>
            <p14:sldId id="284"/>
            <p14:sldId id="287"/>
            <p14:sldId id="260"/>
            <p14:sldId id="272"/>
            <p14:sldId id="285"/>
            <p14:sldId id="263"/>
            <p14:sldId id="286"/>
          </p14:sldIdLst>
        </p14:section>
        <p14:section name="Untitled Section" id="{822E3D3B-B5D9-4B0A-BACD-345340D360F4}">
          <p14:sldIdLst>
            <p14:sldId id="262"/>
            <p14:sldId id="269"/>
            <p14:sldId id="264"/>
            <p14:sldId id="278"/>
            <p14:sldId id="280"/>
            <p14:sldId id="279"/>
            <p14:sldId id="273"/>
          </p14:sldIdLst>
        </p14:section>
      </p14:sectionLst>
    </p:ex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494949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Средний стиль 2 — акцент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5940675A-B579-460E-94D1-54222C63F5DA}" styleName="Нет стиля, сетка таблицы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073A0DAA-6AF3-43AB-8588-CEC1D06C72B9}" styleName="Medium Style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3001" autoAdjust="0"/>
  </p:normalViewPr>
  <p:slideViewPr>
    <p:cSldViewPr snapToGrid="0">
      <p:cViewPr varScale="1">
        <p:scale>
          <a:sx n="113" d="100"/>
          <a:sy n="113" d="100"/>
        </p:scale>
        <p:origin x="802" y="82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viewProps" Target="viewProp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handoutMaster" Target="handoutMasters/handoutMaster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notesMaster" Target="notesMasters/notesMaster1.xml"/><Relationship Id="rId28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theme" Target="theme/theme1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371044AA-06D6-4DB6-3CEB-0FE46068E451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DC3279B3-4B69-7B6F-A4DC-6ECBD3B58DFF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6C1C013D-C6A7-4DB5-A4FD-238D75ACE54A}" type="datetimeFigureOut">
              <a:rPr lang="ru-RU" smtClean="0"/>
              <a:t>20.05.2024</a:t>
            </a:fld>
            <a:endParaRPr lang="ru-RU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1D4D3C23-17B5-D8A8-906C-AB72462E7F41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4FFC779C-48B6-6DD7-B62A-2BA592A1B650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D10FF49-D7CE-4CCE-9C88-87001628F241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806538102"/>
      </p:ext>
    </p:extLst>
  </p:cSld>
  <p:clrMap bg1="lt1" tx1="dk1" bg2="lt2" tx2="dk2" accent1="accent1" accent2="accent2" accent3="accent3" accent4="accent4" accent5="accent5" accent6="accent6" hlink="hlink" folHlink="folHlink"/>
  <p:hf hdr="0" ftr="0" dt="0"/>
</p:handoutMaster>
</file>

<file path=ppt/ink/ink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4-05-20T00:29:20.806"/>
    </inkml:context>
    <inkml:brush xml:id="br0">
      <inkml:brushProperty name="width" value="0.2" units="cm"/>
      <inkml:brushProperty name="height" value="0.2" units="cm"/>
      <inkml:brushProperty name="color" value="#FFFFFF"/>
    </inkml:brush>
  </inkml:definitions>
  <inkml:trace contextRef="#ctx0" brushRef="#br0">55 115 24575,'9'1'0,"1"0"0,0 1 0,-1 0 0,0 1 0,17 7 0,2 0 0,32 5 0,0-2 0,69 5 0,-38-6 0,-76-11 0,17 2 0,-31-3 0,0 0 0,0 1 0,0-1 0,1 0 0,-1 0 0,0 1 0,0-1 0,0 0 0,0 1 0,0-1 0,0 1 0,0-1 0,0 1 0,0 0 0,-1-1 0,1 1 0,0 0 0,1 1 0,-2-1 0,0 0 0,0-1 0,0 1 0,-1 0 0,1 0 0,0 0 0,0-1 0,-1 1 0,1 0 0,0 0 0,-1-1 0,1 1 0,0 0 0,-1 0 0,1-1 0,-1 1 0,0-1 0,1 1 0,-1-1 0,1 1 0,-1-1 0,0 1 0,1-1 0,-1 1 0,0-1 0,0 0 0,1 1 0,-1-1 0,0 0 0,0 0 0,0 1 0,-1-1 0,-28 8 0,-4-4 0,-1-2 0,-38-2 0,41-1 0,0 1 0,-61 9 0,46-4 0,1-2 0,-54-3 0,78 0 0,93-2 0,76-11 0,-40 7 0,-75 6 0,0-1 0,36-7 0,-20 2 0,1 1 0,0 3 0,53 5 0,-6-1 0,139-16 0,-186 10 0,57 4 0,20-1 0,-55-8 0,-44 5 0,39-2 0,-21 8 0,-33-1 0,0 0 0,1-1 0,-1 0 0,1-1 0,-1-1 0,1 0 0,-1 0 0,0-1 0,13-5 0,-8 2 0,1 1 0,-1 1 0,1 0 0,-1 2 0,1 0 0,0 0 0,36 3 0,-28 0 0,-115-1 0,52 0 0,30 0 0,12 0 0,869 0 0,-869 0 0,0 0 0,0-1 0,0 2 0,0-1 0,0 0 0,0 1 0,0 0 0,-1 0 0,8 3 0,-12-4 0,1 0 0,-1 1 0,0-1 0,0 0 0,0 0 0,0 0 0,1 0 0,-1 0 0,0 1 0,0-1 0,0 0 0,0 0 0,1 0 0,-1 1 0,0-1 0,0 0 0,0 0 0,0 0 0,0 1 0,0-1 0,0 0 0,0 0 0,0 1 0,0-1 0,0 0 0,0 0 0,0 1 0,0-1 0,0 0 0,0 0 0,0 0 0,0 1 0,0-1 0,0 0 0,0 0 0,0 1 0,0-1 0,-1 0 0,1 0 0,0 0 0,0 1 0,0-1 0,0 0 0,0 0 0,-1 0 0,1 0 0,0 1 0,0-1 0,0 0 0,-1 0 0,1 0 0,0 0 0,0 0 0,0 0 0,-1 0 0,1 0 0,0 0 0,0 0 0,-1 1 0,-13 5 0,-5 0 0,0-2 0,-1-1 0,-31 2 0,-18 3 0,14-2 0,43-6 0,1 1 0,-1 0 0,1 0 0,-1 2 0,1-1 0,-13 6 0,8-2 0,-1-1 0,0-1 0,-1 0 0,1-1 0,-29 0 0,-30 6 0,26-3 0,-1-2 0,-94-5 0,49-1 0,70 3 0,-4 0 0,30-2 0,16-1 0,44-6 0,-27 3 0,43-1 0,630 7 0,-679 0 0,39 8 0,-38-5 0,38 1 0,-54-4 0,35-1 0,0-1 0,69-11 0,-77 7 0,0 2 0,1 1 0,68 5 0,-39 6 0,-42-4 0,42 1 0,15-8 0,66 3 0,-129 5 0,-19-2 0,-13 0 0,-22 0 0,-1-1 0,1-2 0,-36-3 0,4 0 0,55 2 0,0-2 0,1 1 0,-1-1 0,1-1 0,-1 0 0,-9-4 0,8 3 0,0 0 0,0 1 0,-22-4 0,-224-14 0,178 13 0,-30-2 0,80 9 0,-35-7 0,35 3 0,-36 0 0,-8 7 0,37 0 0,-69-6 0,90 1 0,0 0 0,-20-9 0,21 8 0,0-1 0,0 2 0,-19-3 0,-221 3 0,132 5 0,54 0 0,40 0 0,0-2 0,0 0 0,0-2 0,-43-8 0,63 7 0,9 1 0,20-2 0,32 1 0,48 2 0,111 4 0,-129 5 0,45 3 0,532-12 0,-625 2 0,36 8 0,34 0 0,1021-8 0,-512-2 0,-588-1 0,41-6 0,-39 4 0,38-2 0,875 7 0,-914-2 0,40-8 0,-40 5 0,40-2 0,-38 5 0,34-7 0,-33 4 0,36-1 0,11-4 0,-10 0 0,-57 8 0,0-1 0,-1 0 0,1 0 0,0-1 0,12-6 0,-12 5 0,1 0 0,0 1 0,0 0 0,14-2 0,44-3 0,-23 2 0,50 0 0,-55 7 0,25-1 0,110-11 0,-99 3 0,152 6 0,-111 4 0,3197-2 0,-3288-1 0,40-7 0,-40 3 0,40 0 0,1170 4 0,-568 3 0,-665-2 0,1 0 0,-1 0 0,0 1 0,0 0 0,1-1 0,-1 2 0,0-1 0,0 0 0,0 1 0,0 0 0,0 0 0,4 3 0,-7-4 0,0 0 0,1 0 0,-2 0 0,1 0 0,0 0 0,0 1 0,0-1 0,0 0 0,-1 0 0,1 1 0,0-1 0,-1 0 0,0 1 0,1-1 0,-1 1 0,0-1 0,1 0 0,-1 1 0,0-1 0,0 1 0,0-1 0,0 1 0,-1-1 0,1 1 0,0-1 0,-1 0 0,1 1 0,0-1 0,-1 0 0,0 1 0,1-1 0,-1 0 0,0 1 0,0-1 0,1 0 0,-1 0 0,0 0 0,0 0 0,-1 0 0,0 1 0,-3 3 0,-1-1 0,0 1 0,0-1 0,0 0 0,0-1 0,-1 0 0,1 0 0,-1 0 0,0-1 0,0 0 0,0 0 0,-13 1 0,-34 13 0,18-2 0,0-1 0,0-2 0,-58 10 0,87-20 0,-38 7 0,-90 3 0,-1428-13 0,867 3 0,687-1 0,0 2 0,0-1 0,0 1 0,0 0 0,0 1 0,-11 5 0,9-4 0,0 0 0,0-1 0,0 0 0,-11 1 0,-216-1 0,122-5 0,92 2 0,-13 1 0,1-2 0,-65-10 0,57 5 0,1 2 0,-1 2 0,-56 4 0,13 0 0,-3630-2 0,3679-5 0,38 5 0,0 0 0,0 0 0,-1 0 0,1 0 0,0 0 0,0 0 0,0 0 0,-1 0 0,1-1 0,0 1 0,0 0 0,-1 0 0,1 0 0,0 0 0,0 0 0,0-1 0,0 1 0,-1 0 0,1 0 0,0 0 0,0-1 0,0 1 0,0 0 0,0 0 0,0 0 0,-1-1 0,1 1 0,0 0 0,0 0 0,0-1 0,0 1 0,0 0 0,0 0 0,0-1 0,0 1 0,0 0 0,0 0 0,0-1 0,0 1 0,19-12 0,-10 9 0,1 0 0,0 1 0,0 0 0,20-2 0,-20 4 0,0-1 0,0-1 0,-1 0 0,1 0 0,14-6 0,-6 2 0,-1 1 0,1 0 0,0 2 0,1 0 0,-1 1 0,0 1 0,23 1 0,-12 0 0,55-8 0,-35 1 0,1 3 0,-1 2 0,51 5 0,-4-1 0,-8-2 298,294 11-2021,38-1 479,-259-12 1207,4903 2 2743,-5030-2-2706,38-6 0,33-2 0,-61 10 0,-4 1 0,1-2 0,54-9 0,2-6-1365</inkml:trace>
</inkml:ink>
</file>

<file path=ppt/ink/ink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4-05-20T00:29:24.089"/>
    </inkml:context>
    <inkml:brush xml:id="br0">
      <inkml:brushProperty name="width" value="0.2" units="cm"/>
      <inkml:brushProperty name="height" value="0.2" units="cm"/>
      <inkml:brushProperty name="color" value="#FFFFFF"/>
    </inkml:brush>
  </inkml:definitions>
  <inkml:trace contextRef="#ctx0" brushRef="#br0">0 0 24575,'0'0'-8191</inkml:trace>
</inkml:ink>
</file>

<file path=ppt/ink/ink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4-05-20T00:29:24.913"/>
    </inkml:context>
    <inkml:brush xml:id="br0">
      <inkml:brushProperty name="width" value="0.2" units="cm"/>
      <inkml:brushProperty name="height" value="0.2" units="cm"/>
      <inkml:brushProperty name="color" value="#FFFFFF"/>
    </inkml:brush>
  </inkml:definitions>
  <inkml:trace contextRef="#ctx0" brushRef="#br0">1 1 24575,'3'0'0,"8"0"0,4 0 0,4 0 0,1 0 0,5 0 0</inkml:trace>
</inkml:ink>
</file>

<file path=ppt/ink/ink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4-05-20T00:30:39.138"/>
    </inkml:context>
    <inkml:brush xml:id="br0">
      <inkml:brushProperty name="width" value="0.2" units="cm"/>
      <inkml:brushProperty name="height" value="0.2" units="cm"/>
      <inkml:brushProperty name="color" value="#FFFFFF"/>
    </inkml:brush>
  </inkml:definitions>
  <inkml:trace contextRef="#ctx0" brushRef="#br0">55 115 24575,'9'1'0,"1"0"0,0 1 0,-1 0 0,0 1 0,17 7 0,2 0 0,32 5 0,0-2 0,69 5 0,-38-6 0,-76-11 0,17 2 0,-31-3 0,0 0 0,0 1 0,0-1 0,1 0 0,-1 0 0,0 1 0,0-1 0,0 0 0,0 1 0,0-1 0,0 1 0,0-1 0,0 1 0,0 0 0,-1-1 0,1 1 0,0 0 0,1 1 0,-2-1 0,0 0 0,0-1 0,0 1 0,-1 0 0,1 0 0,0 0 0,0-1 0,-1 1 0,1 0 0,0 0 0,-1-1 0,1 1 0,0 0 0,-1 0 0,1-1 0,-1 1 0,0-1 0,1 1 0,-1-1 0,1 1 0,-1-1 0,0 1 0,1-1 0,-1 1 0,0-1 0,0 0 0,1 1 0,-1-1 0,0 0 0,0 0 0,0 1 0,-1-1 0,-28 8 0,-4-4 0,-1-2 0,-38-2 0,41-1 0,0 1 0,-61 9 0,46-4 0,1-2 0,-54-3 0,78 0 0,93-2 0,76-11 0,-40 7 0,-75 6 0,0-1 0,36-7 0,-20 2 0,1 1 0,0 3 0,53 5 0,-6-1 0,139-16 0,-186 10 0,57 4 0,20-1 0,-55-8 0,-44 5 0,39-2 0,-21 8 0,-33-1 0,0 0 0,1-1 0,-1 0 0,1-1 0,-1-1 0,1 0 0,-1 0 0,0-1 0,13-5 0,-8 2 0,1 1 0,-1 1 0,1 0 0,-1 2 0,1 0 0,0 0 0,36 3 0,-28 0 0,-115-1 0,52 0 0,30 0 0,12 0 0,869 0 0,-869 0 0,0 0 0,0-1 0,0 2 0,0-1 0,0 0 0,0 1 0,0 0 0,-1 0 0,8 3 0,-12-4 0,1 0 0,-1 1 0,0-1 0,0 0 0,0 0 0,0 0 0,1 0 0,-1 0 0,0 1 0,0-1 0,0 0 0,0 0 0,1 0 0,-1 1 0,0-1 0,0 0 0,0 0 0,0 0 0,0 1 0,0-1 0,0 0 0,0 0 0,0 1 0,0-1 0,0 0 0,0 0 0,0 1 0,0-1 0,0 0 0,0 0 0,0 0 0,0 1 0,0-1 0,0 0 0,0 0 0,0 1 0,0-1 0,-1 0 0,1 0 0,0 0 0,0 1 0,0-1 0,0 0 0,0 0 0,-1 0 0,1 0 0,0 1 0,0-1 0,0 0 0,-1 0 0,1 0 0,0 0 0,0 0 0,0 0 0,-1 0 0,1 0 0,0 0 0,0 0 0,-1 1 0,-13 5 0,-5 0 0,0-2 0,-1-1 0,-31 2 0,-18 3 0,14-2 0,43-6 0,1 1 0,-1 0 0,1 0 0,-1 2 0,1-1 0,-13 6 0,8-2 0,-1-1 0,0-1 0,-1 0 0,1-1 0,-29 0 0,-30 6 0,26-3 0,-1-2 0,-94-5 0,49-1 0,70 3 0,-4 0 0,30-2 0,16-1 0,44-6 0,-27 3 0,43-1 0,630 7 0,-679 0 0,39 8 0,-38-5 0,38 1 0,-54-4 0,35-1 0,0-1 0,69-11 0,-77 7 0,0 2 0,1 1 0,68 5 0,-39 6 0,-42-4 0,42 1 0,15-8 0,66 3 0,-129 5 0,-19-2 0,-13 0 0,-22 0 0,-1-1 0,1-2 0,-36-3 0,4 0 0,55 2 0,0-2 0,1 1 0,-1-1 0,1-1 0,-1 0 0,-9-4 0,8 3 0,0 0 0,0 1 0,-22-4 0,-224-14 0,178 13 0,-30-2 0,80 9 0,-35-7 0,35 3 0,-36 0 0,-8 7 0,37 0 0,-69-6 0,90 1 0,0 0 0,-20-9 0,21 8 0,0-1 0,0 2 0,-19-3 0,-221 3 0,132 5 0,54 0 0,40 0 0,0-2 0,0 0 0,0-2 0,-43-8 0,63 7 0,9 1 0,20-2 0,32 1 0,48 2 0,111 4 0,-129 5 0,45 3 0,532-12 0,-625 2 0,36 8 0,34 0 0,1021-8 0,-512-2 0,-588-1 0,41-6 0,-39 4 0,38-2 0,875 7 0,-914-2 0,40-8 0,-40 5 0,40-2 0,-38 5 0,34-7 0,-33 4 0,36-1 0,11-4 0,-10 0 0,-57 8 0,0-1 0,-1 0 0,1 0 0,0-1 0,12-6 0,-12 5 0,1 0 0,0 1 0,0 0 0,14-2 0,44-3 0,-23 2 0,50 0 0,-55 7 0,25-1 0,110-11 0,-99 3 0,152 6 0,-111 4 0,3197-2 0,-3288-1 0,40-7 0,-40 3 0,40 0 0,1170 4 0,-568 3 0,-665-2 0,1 0 0,-1 0 0,0 1 0,0 0 0,1-1 0,-1 2 0,0-1 0,0 0 0,0 1 0,0 0 0,0 0 0,4 3 0,-7-4 0,0 0 0,1 0 0,-2 0 0,1 0 0,0 0 0,0 1 0,0-1 0,0 0 0,-1 0 0,1 1 0,0-1 0,-1 0 0,0 1 0,1-1 0,-1 1 0,0-1 0,1 0 0,-1 1 0,0-1 0,0 1 0,0-1 0,0 1 0,-1-1 0,1 1 0,0-1 0,-1 0 0,1 1 0,0-1 0,-1 0 0,0 1 0,1-1 0,-1 0 0,0 1 0,0-1 0,1 0 0,-1 0 0,0 0 0,0 0 0,-1 0 0,0 1 0,-3 3 0,-1-1 0,0 1 0,0-1 0,0 0 0,0-1 0,-1 0 0,1 0 0,-1 0 0,0-1 0,0 0 0,0 0 0,-13 1 0,-34 13 0,18-2 0,0-1 0,0-2 0,-58 10 0,87-20 0,-38 7 0,-90 3 0,-1428-13 0,867 3 0,687-1 0,0 2 0,0-1 0,0 1 0,0 0 0,0 1 0,-11 5 0,9-4 0,0 0 0,0-1 0,0 0 0,-11 1 0,-216-1 0,122-5 0,92 2 0,-13 1 0,1-2 0,-65-10 0,57 5 0,1 2 0,-1 2 0,-56 4 0,13 0 0,-3630-2 0,3679-5 0,38 5 0,0 0 0,0 0 0,-1 0 0,1 0 0,0 0 0,0 0 0,0 0 0,-1 0 0,1-1 0,0 1 0,0 0 0,-1 0 0,1 0 0,0 0 0,0 0 0,0-1 0,0 1 0,-1 0 0,1 0 0,0 0 0,0-1 0,0 1 0,0 0 0,0 0 0,0 0 0,-1-1 0,1 1 0,0 0 0,0 0 0,0-1 0,0 1 0,0 0 0,0 0 0,0-1 0,0 1 0,0 0 0,0 0 0,0-1 0,0 1 0,19-12 0,-10 9 0,1 0 0,0 1 0,0 0 0,20-2 0,-20 4 0,0-1 0,0-1 0,-1 0 0,1 0 0,14-6 0,-6 2 0,-1 1 0,1 0 0,0 2 0,1 0 0,-1 1 0,0 1 0,23 1 0,-12 0 0,55-8 0,-35 1 0,1 3 0,-1 2 0,51 5 0,-4-1 0,-8-2 298,294 11-2021,38-1 479,-259-12 1207,4903 2 2743,-5030-2-2706,38-6 0,33-2 0,-61 10 0,-4 1 0,1-2 0,54-9 0,2-6-1365</inkml:trace>
</inkml:ink>
</file>

<file path=ppt/ink/ink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4-05-20T00:30:39.139"/>
    </inkml:context>
    <inkml:brush xml:id="br0">
      <inkml:brushProperty name="width" value="0.2" units="cm"/>
      <inkml:brushProperty name="height" value="0.2" units="cm"/>
      <inkml:brushProperty name="color" value="#FFFFFF"/>
    </inkml:brush>
  </inkml:definitions>
  <inkml:trace contextRef="#ctx0" brushRef="#br0">0 0 24575,'0'0'-8191</inkml:trace>
</inkml:ink>
</file>

<file path=ppt/ink/ink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4-05-20T00:30:39.140"/>
    </inkml:context>
    <inkml:brush xml:id="br0">
      <inkml:brushProperty name="width" value="0.2" units="cm"/>
      <inkml:brushProperty name="height" value="0.2" units="cm"/>
      <inkml:brushProperty name="color" value="#FFFFFF"/>
    </inkml:brush>
  </inkml:definitions>
  <inkml:trace contextRef="#ctx0" brushRef="#br0">1 1 24575,'3'0'0,"8"0"0,4 0 0,4 0 0,1 0 0,5 0 0</inkml:trace>
</inkml:ink>
</file>

<file path=ppt/ink/ink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4-05-20T00:31:11.146"/>
    </inkml:context>
    <inkml:brush xml:id="br0">
      <inkml:brushProperty name="width" value="0.2" units="cm"/>
      <inkml:brushProperty name="height" value="0.2" units="cm"/>
      <inkml:brushProperty name="color" value="#FFFFFF"/>
    </inkml:brush>
  </inkml:definitions>
  <inkml:trace contextRef="#ctx0" brushRef="#br0">0 134 24575,'10'-1'0,"-1"0"0,1-1 0,-1 0 0,0-1 0,0 0 0,0 0 0,0-1 0,8-5 0,32-11 0,-9 7 0,1 3 0,0 2 0,52-5 0,-83 11 0,1 0 0,-1 0 0,0-1 0,18-7 0,-18 5 0,1 1 0,-1 1 0,1 0 0,16-2 0,226 2 0,-129 5 0,-57-2 0,78 1 0,-118 5 0,-22 2 0,-15 2 0,4-7 0,0 0 0,0-1 0,0 0 0,-1 0 0,1-1 0,0 1 0,-1-1 0,-9 0 0,-59-2 0,41 0 0,-43-1 0,-129 3 0,143 8 0,-14 1 0,66-9 0,1 0 0,0 1 0,-1 1 0,1-1 0,-14 7 0,13-5 0,-1 0 0,0 0 0,-20 2 0,3-5 0,22-1 0,-1 0 0,1 0 0,0 1 0,0 0 0,-1 0 0,1 0 0,0 1 0,0 0 0,-9 5 0,40-3 0,334-5 0,-324 0 0,38-7 0,33-2 0,389 11 0,-472-2 0,40-8 0,18 0 0,66 10 0,61-2 0,-136-9 0,-44 6 0,40-1 0,-51 5 0,22 0 0,-1-2 0,46-7 0,-29 3 0,1 1 0,100 6 0,-52 2 0,579-3 0,-697 1 0,0 0 0,-21 6 0,-26 2 0,46-9 0,1 1 0,-1 1 0,0 0 0,1 1 0,-1 1 0,-20 7 0,19-6 0,0 0 0,0-1 0,0-1 0,-23 1 0,-13 2 0,-7 0 0,0-2 0,-84-5 0,39-2 0,-287 3 0,392 0 0,0 0 0,0 0 0,0 0 0,0 0 0,0 0 0,0 0 0,0 0 0,0 0 0,0 0 0,0 0 0,0 0 0,0-1 0,0 1 0,0 0 0,0 0 0,0 0 0,0 0 0,0 0 0,0 0 0,0 0 0,0 0 0,0 0 0,-1 0 0,1 0 0,0 0 0,0 0 0,0 0 0,0 0 0,0 0 0,0 0 0,0-1 0,0 1 0,0 0 0,0 0 0,0 0 0,0 0 0,0 0 0,0 0 0,0 0 0,-1 0 0,14-4 0,19-4 0,80 1 0,19-2 0,64-13 0,-126 16 0,120 6 0,-77 2 0,1241-2 0,-2177 0 0,811 1 0,0 1 0,0 0 0,0 1 0,-24 8 0,21-6 0,0-1 0,-28 5 0,-178-6 63,116-5-1491</inkml:trace>
</inkml:ink>
</file>

<file path=ppt/ink/ink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4-05-20T00:31:12.545"/>
    </inkml:context>
    <inkml:brush xml:id="br0">
      <inkml:brushProperty name="width" value="0.2" units="cm"/>
      <inkml:brushProperty name="height" value="0.2" units="cm"/>
      <inkml:brushProperty name="color" value="#FFFFFF"/>
    </inkml:brush>
  </inkml:definitions>
  <inkml:trace contextRef="#ctx0" brushRef="#br0">1 173 24575,'1105'0'0,"-1095"-1"0,1 0 0,-1-1 0,0 0 0,0-1 0,19-7 0,32-8 0,71-11 0,-45 8 0,-54 16 0,-22 3 0,0 0 0,-1 0 0,1-1 0,14-5 0,-3 0 0,-1 1 0,1 2 0,0 0 0,1 2 0,26-2 0,-7 0 0,54-1 0,15-3 0,-35 2 0,0 3 0,77 6 0,-34 0 0,-2-2-1365</inkml:trace>
</inkml:ink>
</file>

<file path=ppt/ink/ink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4-05-20T00:31:13.339"/>
    </inkml:context>
    <inkml:brush xml:id="br0">
      <inkml:brushProperty name="width" value="0.2" units="cm"/>
      <inkml:brushProperty name="height" value="0.2" units="cm"/>
      <inkml:brushProperty name="color" value="#FFFFFF"/>
    </inkml:brush>
  </inkml:definitions>
  <inkml:trace contextRef="#ctx0" brushRef="#br0">1 58 24575,'117'2'0,"127"-4"0,-159-7 0,42-1 0,1378 11 0,-1492-2 0,-1-1 0,0 0 0,0 0 0,1-1 0,14-6 0,-13 4 0,1 1 0,-1 0 0,18-2 0,131 4 39,-91 4-1443</inkml:trace>
</inkml:ink>
</file>

<file path=ppt/ink/ink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4-05-20T00:31:14.431"/>
    </inkml:context>
    <inkml:brush xml:id="br0">
      <inkml:brushProperty name="width" value="0.2" units="cm"/>
      <inkml:brushProperty name="height" value="0.2" units="cm"/>
      <inkml:brushProperty name="color" value="#FFFFFF"/>
    </inkml:brush>
  </inkml:definitions>
  <inkml:trace contextRef="#ctx0" brushRef="#br0">0 20 24575,'2125'0'0,"-2090"-1"0,36-7 0,35-2 0,1141 11-1365</inkml:trace>
</inkml:ink>
</file>

<file path=ppt/ink/ink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4-05-20T00:31:15.192"/>
    </inkml:context>
    <inkml:brush xml:id="br0">
      <inkml:brushProperty name="width" value="0.2" units="cm"/>
      <inkml:brushProperty name="height" value="0.2" units="cm"/>
      <inkml:brushProperty name="color" value="#FFFFFF"/>
    </inkml:brush>
  </inkml:definitions>
  <inkml:trace contextRef="#ctx0" brushRef="#br0">1 97 24575,'0'-3'0,"1"0"0,0 1 0,0-1 0,0 0 0,0 1 0,0-1 0,1 0 0,-1 1 0,1 0 0,-1-1 0,1 1 0,0 0 0,0 0 0,0 0 0,0 0 0,0 0 0,1 0 0,-1 1 0,5-3 0,0-1 0,0 2 0,0-1 0,0 1 0,0 0 0,1 0 0,9-1 0,98-10 0,1 5 0,157 9 0,-117 2 0,-118-1 0,52 10 0,-73-9 0,68 11 0,-2 0 0,143 4 0,-171-16 0,86 12 0,-99-9-1365</inkml:trace>
</inkml:ink>
</file>

<file path=ppt/ink/ink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4-05-20T00:31:16.480"/>
    </inkml:context>
    <inkml:brush xml:id="br0">
      <inkml:brushProperty name="width" value="0.2" units="cm"/>
      <inkml:brushProperty name="height" value="0.2" units="cm"/>
      <inkml:brushProperty name="color" value="#FFFFFF"/>
    </inkml:brush>
  </inkml:definitions>
  <inkml:trace contextRef="#ctx0" brushRef="#br0">1 57 24575,'0'1'0,"0"0"0,1-1 0,-1 1 0,0 0 0,1-1 0,-1 1 0,1 0 0,-1-1 0,1 1 0,-1 0 0,1-1 0,-1 1 0,1-1 0,0 1 0,-1-1 0,1 1 0,0-1 0,-1 0 0,1 1 0,0-1 0,0 0 0,-1 1 0,1-1 0,0 0 0,0 0 0,1 0 0,25 4 0,-23-3 0,271 3 0,-148-6 0,979 2 0,-1074-2 0,42-7 0,-41 5 0,39-2 0,940 7 0,-1003-2 0,1 0 0,-1 0 0,0-1 0,0-1 0,0 1 0,11-6 0,-10 4 0,1 0 0,0 1 0,0 0 0,12-2 0,121 3 0,-106 4 0,0-2 0,0-2 0,44-8 0,-62 7-455,1 1 0,21 0 0</inkml:trace>
</inkml:ink>
</file>

<file path=ppt/ink/ink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4-05-20T00:31:17.537"/>
    </inkml:context>
    <inkml:brush xml:id="br0">
      <inkml:brushProperty name="width" value="0.2" units="cm"/>
      <inkml:brushProperty name="height" value="0.2" units="cm"/>
      <inkml:brushProperty name="color" value="#FFFFFF"/>
    </inkml:brush>
  </inkml:definitions>
  <inkml:trace contextRef="#ctx0" brushRef="#br0">0 21 24575,'0'0'0,"1"-1"0,-1 0 0,0 0 0,1 0 0,-1 0 0,1 1 0,0-1 0,-1 0 0,1 0 0,-1 1 0,1-1 0,0 0 0,0 1 0,-1-1 0,1 1 0,0-1 0,0 1 0,0-1 0,0 1 0,0 0 0,-1-1 0,1 1 0,0 0 0,0 0 0,0 0 0,0-1 0,2 1 0,32-3 0,-30 3 0,423-2 0,-218 4 0,3576-2-1365</inkml:trace>
</inkml:ink>
</file>

<file path=ppt/ink/ink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4-05-20T00:31:20.870"/>
    </inkml:context>
    <inkml:brush xml:id="br0">
      <inkml:brushProperty name="width" value="0.2" units="cm"/>
      <inkml:brushProperty name="height" value="0.2" units="cm"/>
      <inkml:brushProperty name="color" value="#FFFFFF"/>
    </inkml:brush>
  </inkml:definitions>
  <inkml:trace contextRef="#ctx0" brushRef="#br0">0 0 24575,'2175'0'0,"-2158"3"0,-26 3 0,-27 2 0,-46 0 0,-148 6 0,208-13 0,-41 7 0,-16 2 0,-668-9 0,365-3 0,-124 2 0,2271 0 0,-1763 0 0,1 0 0,0 1 0,0-1 0,-1 0 0,1 1 0,0-1 0,-1 1 0,1 0 0,-1 0 0,1 0 0,-1 0 0,1 1 0,-1-1 0,3 2 0,-5-2 0,0-1 0,1 0 0,-1 0 0,0 0 0,0 1 0,0-1 0,1 0 0,-1 1 0,0-1 0,0 0 0,0 0 0,0 1 0,0-1 0,0 0 0,0 1 0,0-1 0,1 0 0,-1 1 0,0-1 0,0 0 0,0 0 0,0 1 0,-1-1 0,1 0 0,0 1 0,0-1 0,0 0 0,0 1 0,0-1 0,0 0 0,0 1 0,-1-1 0,1 0 0,0 0 0,0 1 0,0-1 0,-1 0 0,-1 2 0,1-1 0,-1 0 0,0 0 0,0 0 0,0 0 0,0-1 0,0 1 0,0 0 0,0-1 0,-3 1 0,-58 9 0,-109 5 0,-67-16 0,95-1 0,-562 2 0,684-1 0,-41-7 0,-16-2 0,79 10 0,-30-2 0,21-1 0,20-3 0,2 3 0,1 1 0,-1 0 0,26 0 0,27-4 0,-6-2 0,0 3 0,1 2 0,60 6 0,-10-1 0,1959-2 0,-2061 1 0,0 0 0,0 1 0,0 0 0,1 0 0,-2 1 0,13 5 0,-11-4 0,1 0 0,-1-1 0,1 0 0,12 1 0,231-1 0,-132-5 0,-71 0 0,69-11 0,0-3 0,-64 10 0,1 2 0,93 5 0,-45 1 0,349-2 0,-464 1 0,0 1 0,0-1 0,0 1 0,0 1 0,-14 6 0,-34 7 0,-135-1 0,115-7 0,-148-7 0,106-3 0,-750 2 0,848-1 0,-41-7 0,-16-2 0,-155 11-1365</inkml:trace>
</inkml:ink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хний колонтитул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3" name="Дата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9CB2C4F5-5D00-4DC3-8376-C6BD28F02CAB}" type="datetimeFigureOut">
              <a:rPr lang="ru-RU" smtClean="0"/>
              <a:t>20.05.2024</a:t>
            </a:fld>
            <a:endParaRPr lang="ru-RU"/>
          </a:p>
        </p:txBody>
      </p:sp>
      <p:sp>
        <p:nvSpPr>
          <p:cNvPr id="4" name="Образ слайда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ru-RU"/>
          </a:p>
        </p:txBody>
      </p:sp>
      <p:sp>
        <p:nvSpPr>
          <p:cNvPr id="5" name="Заметки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00F3401-F479-4CFB-ABB6-A35D76EA0D8E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164535742"/>
      </p:ext>
    </p:extLst>
  </p:cSld>
  <p:clrMap bg1="lt1" tx1="dk1" bg2="lt2" tx2="dk2" accent1="accent1" accent2="accent2" accent3="accent3" accent4="accent4" accent5="accent5" accent6="accent6" hlink="hlink" folHlink="folHlink"/>
  <p:hf hdr="0" ftr="0" dt="0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B048258-F965-E3B8-04FD-9E7906A5AD2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00F3401-F479-4CFB-ABB6-A35D76EA0D8E}" type="slidenum">
              <a:rPr lang="ru-RU" smtClean="0"/>
              <a:t>1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232883284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C2BC368-1420-1D61-98E9-659CE5A093B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00F3401-F479-4CFB-ABB6-A35D76EA0D8E}" type="slidenum">
              <a:rPr lang="ru-RU" smtClean="0"/>
              <a:t>2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887029987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8AEF999-5226-0266-42DB-ED510C7A0C4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00F3401-F479-4CFB-ABB6-A35D76EA0D8E}" type="slidenum">
              <a:rPr lang="ru-RU" smtClean="0"/>
              <a:t>5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601307752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E77BAB4-59C2-F3E7-0873-2AACCD398F2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00F3401-F479-4CFB-ABB6-A35D76EA0D8E}" type="slidenum">
              <a:rPr lang="ru-RU" smtClean="0"/>
              <a:t>6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037416952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DF7CA18B-1C3B-C130-D1D2-0466C1A93BF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00F3401-F479-4CFB-ABB6-A35D76EA0D8E}" type="slidenum">
              <a:rPr lang="ru-RU" smtClean="0"/>
              <a:t>7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631820705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13EFF11-3295-9502-9536-A51C774B488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00F3401-F479-4CFB-ABB6-A35D76EA0D8E}" type="slidenum">
              <a:rPr lang="ru-RU" smtClean="0"/>
              <a:t>8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611200264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5E8212C7-0789-614D-0BF9-5450F28D161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00F3401-F479-4CFB-ABB6-A35D76EA0D8E}" type="slidenum">
              <a:rPr lang="ru-RU" smtClean="0"/>
              <a:t>10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46187027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2CE75BF-5265-4AAF-9ED5-F6E72D86B89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00F3401-F479-4CFB-ABB6-A35D76EA0D8E}" type="slidenum">
              <a:rPr lang="ru-RU" smtClean="0"/>
              <a:t>11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892717512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766CDAB2-4431-5AD9-F4FA-A00FBAF2534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00F3401-F479-4CFB-ABB6-A35D76EA0D8E}" type="slidenum">
              <a:rPr lang="ru-RU" smtClean="0"/>
              <a:t>13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374628166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717FE0E1-87A9-9E3F-9204-A5B16398ED4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00F3401-F479-4CFB-ABB6-A35D76EA0D8E}" type="slidenum">
              <a:rPr lang="ru-RU" smtClean="0"/>
              <a:t>14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697756950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3FD46D1-B06D-0EBD-6F21-79EEB9F5702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00F3401-F479-4CFB-ABB6-A35D76EA0D8E}" type="slidenum">
              <a:rPr lang="ru-RU" smtClean="0"/>
              <a:t>15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418168339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ADCBF7C-E759-169E-1E35-DA92F37959D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00F3401-F479-4CFB-ABB6-A35D76EA0D8E}" type="slidenum">
              <a:rPr lang="ru-RU" smtClean="0"/>
              <a:t>16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295523658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76E9CE34-B9FE-C04D-46AB-4FFDEF6EAC7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00F3401-F479-4CFB-ABB6-A35D76EA0D8E}" type="slidenum">
              <a:rPr lang="ru-RU" smtClean="0"/>
              <a:t>17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5731035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8426FA7-4A31-DD81-C125-DF0227C8812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00F3401-F479-4CFB-ABB6-A35D76EA0D8E}" type="slidenum">
              <a:rPr lang="ru-RU" smtClean="0"/>
              <a:t>18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58877852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42BF9463-7D13-EBF7-1553-D41E14AF5EF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00F3401-F479-4CFB-ABB6-A35D76EA0D8E}" type="slidenum">
              <a:rPr lang="ru-RU" smtClean="0"/>
              <a:t>19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862484516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6805C02-1AD3-FAA5-937B-CAC53029D2F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00F3401-F479-4CFB-ABB6-A35D76EA0D8E}" type="slidenum">
              <a:rPr lang="ru-RU" smtClean="0"/>
              <a:t>20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740999404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FD3A3943-8A59-423A-6779-E535329B642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00F3401-F479-4CFB-ABB6-A35D76EA0D8E}" type="slidenum">
              <a:rPr lang="ru-RU" smtClean="0"/>
              <a:t>21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787919214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135C2A52-A567-4EFE-9E79-6902FD0DE63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Подзаголовок 2">
            <a:extLst>
              <a:ext uri="{FF2B5EF4-FFF2-40B4-BE49-F238E27FC236}">
                <a16:creationId xmlns:a16="http://schemas.microsoft.com/office/drawing/2014/main" id="{B213ACA3-0184-4B36-B4F1-C347248ED8B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ru-RU"/>
              <a:t>Образец подзаголовка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76E7EDF1-E83A-458A-94ED-3D4E62CC367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B6DC8CD-6662-424D-AE90-09DAABF92620}" type="datetime1">
              <a:rPr lang="ru-RU" smtClean="0"/>
              <a:t>20.05.2024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75F69B8F-2346-4265-887D-876FE248CD5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ru-RU"/>
              <a:t>Система поиска шаблонов в данных GitHub</a:t>
            </a:r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F88F06CC-BAA6-4CAB-A228-A09F47152C8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EC09024-2147-4C4E-87D2-FF66EAF91B1A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69490767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78244401-253C-4FEC-8EE0-99DF3AAE342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5D68ACDF-055B-446E-96F1-85D49FFB065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D1393CF3-8497-403E-BF60-5AEBCC3051B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7E82507-A74A-4BF9-AA7C-C9B06358C86A}" type="datetime1">
              <a:rPr lang="ru-RU" smtClean="0"/>
              <a:t>20.05.2024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CA884FF6-F520-4792-BF6C-801D42FEB7F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ru-RU"/>
              <a:t>Система поиска шаблонов в данных GitHub</a:t>
            </a:r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5A63A2FB-A74E-4720-9F09-A2649FF7764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EC09024-2147-4C4E-87D2-FF66EAF91B1A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65875821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Заголовок раздел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3C8556F2-FDA1-4C08-9063-A885AFD9185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C6A4A8F8-41A9-4B8F-B50E-366E205BE47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FCD2D0D4-35BD-47F0-9141-E8C0DA3378C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28A183E-E26E-4A33-96BC-7D4DD5899954}" type="datetime1">
              <a:rPr lang="ru-RU" smtClean="0"/>
              <a:t>20.05.2024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F699AB47-97E6-41F1-949A-BFE607728A3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ru-RU"/>
              <a:t>Система поиска шаблонов в данных GitHub</a:t>
            </a:r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95711FDF-3CED-4572-91B3-293A8F45FF6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EC09024-2147-4C4E-87D2-FF66EAF91B1A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37537595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Два объект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5B2E14A2-E8B4-4A0D-8EAF-5D060BE0D9D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5D0D3179-F62B-4BC8-9DE7-8F54BDD57D0E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Объект 3">
            <a:extLst>
              <a:ext uri="{FF2B5EF4-FFF2-40B4-BE49-F238E27FC236}">
                <a16:creationId xmlns:a16="http://schemas.microsoft.com/office/drawing/2014/main" id="{A732CEF9-F109-4AEB-825F-5089FA87539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5" name="Дата 4">
            <a:extLst>
              <a:ext uri="{FF2B5EF4-FFF2-40B4-BE49-F238E27FC236}">
                <a16:creationId xmlns:a16="http://schemas.microsoft.com/office/drawing/2014/main" id="{B5C60D5D-B58F-426E-B922-7DE5042602D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E59FAF-71FF-4857-A9AC-33A232A7D036}" type="datetime1">
              <a:rPr lang="ru-RU" smtClean="0"/>
              <a:t>20.05.2024</a:t>
            </a:fld>
            <a:endParaRPr lang="ru-RU"/>
          </a:p>
        </p:txBody>
      </p:sp>
      <p:sp>
        <p:nvSpPr>
          <p:cNvPr id="6" name="Нижний колонтитул 5">
            <a:extLst>
              <a:ext uri="{FF2B5EF4-FFF2-40B4-BE49-F238E27FC236}">
                <a16:creationId xmlns:a16="http://schemas.microsoft.com/office/drawing/2014/main" id="{C1FD4F31-2685-454A-9B5F-0B4B798800A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ru-RU" dirty="0"/>
              <a:t>Система поиска шаблонов в данных GitHub</a:t>
            </a:r>
          </a:p>
        </p:txBody>
      </p: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52DB73DA-135D-46B8-9CA0-848A5064197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EC09024-2147-4C4E-87D2-FF66EAF91B1A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09396490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Сравн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7D976D9E-71ED-4585-833D-E5E9F0E1DB2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07514E57-592D-41AF-8F0B-A45C7E7A657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Объект 3">
            <a:extLst>
              <a:ext uri="{FF2B5EF4-FFF2-40B4-BE49-F238E27FC236}">
                <a16:creationId xmlns:a16="http://schemas.microsoft.com/office/drawing/2014/main" id="{C42D290D-733B-4DCE-86A2-3D441F708AE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5" name="Текст 4">
            <a:extLst>
              <a:ext uri="{FF2B5EF4-FFF2-40B4-BE49-F238E27FC236}">
                <a16:creationId xmlns:a16="http://schemas.microsoft.com/office/drawing/2014/main" id="{1CA89120-5473-4449-8FC1-B112F4F29B93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6" name="Объект 5">
            <a:extLst>
              <a:ext uri="{FF2B5EF4-FFF2-40B4-BE49-F238E27FC236}">
                <a16:creationId xmlns:a16="http://schemas.microsoft.com/office/drawing/2014/main" id="{E502963B-3ED2-4B7A-A245-7DD5B6C2F698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7" name="Дата 6">
            <a:extLst>
              <a:ext uri="{FF2B5EF4-FFF2-40B4-BE49-F238E27FC236}">
                <a16:creationId xmlns:a16="http://schemas.microsoft.com/office/drawing/2014/main" id="{644EA12F-E92A-426C-9DFA-5135EAACAA2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BFE76A-CA5A-4492-9E51-5062A098B11E}" type="datetime1">
              <a:rPr lang="ru-RU" smtClean="0"/>
              <a:t>20.05.2024</a:t>
            </a:fld>
            <a:endParaRPr lang="ru-RU"/>
          </a:p>
        </p:txBody>
      </p:sp>
      <p:sp>
        <p:nvSpPr>
          <p:cNvPr id="8" name="Нижний колонтитул 7">
            <a:extLst>
              <a:ext uri="{FF2B5EF4-FFF2-40B4-BE49-F238E27FC236}">
                <a16:creationId xmlns:a16="http://schemas.microsoft.com/office/drawing/2014/main" id="{8ADE3C0F-225B-45C7-94D2-0E1094ACBD2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ru-RU"/>
              <a:t>Система поиска шаблонов в данных GitHub</a:t>
            </a:r>
          </a:p>
        </p:txBody>
      </p:sp>
      <p:sp>
        <p:nvSpPr>
          <p:cNvPr id="9" name="Номер слайда 8">
            <a:extLst>
              <a:ext uri="{FF2B5EF4-FFF2-40B4-BE49-F238E27FC236}">
                <a16:creationId xmlns:a16="http://schemas.microsoft.com/office/drawing/2014/main" id="{6EDDAE2B-49D6-4E76-9F98-A2E986B8A83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EC09024-2147-4C4E-87D2-FF66EAF91B1A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56637109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Только заголовок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BABEB167-9234-47BB-918A-5EEE6E0491C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Дата 2">
            <a:extLst>
              <a:ext uri="{FF2B5EF4-FFF2-40B4-BE49-F238E27FC236}">
                <a16:creationId xmlns:a16="http://schemas.microsoft.com/office/drawing/2014/main" id="{A667F9B7-25C9-438F-9236-17CD0E71DA2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10BA3AC-209D-4273-8D5F-8B3583970EE6}" type="datetime1">
              <a:rPr lang="ru-RU" smtClean="0"/>
              <a:t>20.05.2024</a:t>
            </a:fld>
            <a:endParaRPr lang="ru-RU"/>
          </a:p>
        </p:txBody>
      </p:sp>
      <p:sp>
        <p:nvSpPr>
          <p:cNvPr id="4" name="Нижний колонтитул 3">
            <a:extLst>
              <a:ext uri="{FF2B5EF4-FFF2-40B4-BE49-F238E27FC236}">
                <a16:creationId xmlns:a16="http://schemas.microsoft.com/office/drawing/2014/main" id="{CB7AAAFB-7940-4798-BE67-6DE450A5C06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ru-RU"/>
              <a:t>Система поиска шаблонов в данных GitHub</a:t>
            </a:r>
          </a:p>
        </p:txBody>
      </p:sp>
      <p:sp>
        <p:nvSpPr>
          <p:cNvPr id="5" name="Номер слайда 4">
            <a:extLst>
              <a:ext uri="{FF2B5EF4-FFF2-40B4-BE49-F238E27FC236}">
                <a16:creationId xmlns:a16="http://schemas.microsoft.com/office/drawing/2014/main" id="{902F0BA5-F08E-4E09-9C39-E04C5D7342C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EC09024-2147-4C4E-87D2-FF66EAF91B1A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77157538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Нижний колонтитул 2">
            <a:extLst>
              <a:ext uri="{FF2B5EF4-FFF2-40B4-BE49-F238E27FC236}">
                <a16:creationId xmlns:a16="http://schemas.microsoft.com/office/drawing/2014/main" id="{0D388F67-C893-48F9-AE94-659ACDD573B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3743716" y="6364057"/>
            <a:ext cx="4704567" cy="365125"/>
          </a:xfrm>
        </p:spPr>
        <p:txBody>
          <a:bodyPr/>
          <a:lstStyle>
            <a:lvl1pPr>
              <a:defRPr sz="180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defRPr>
            </a:lvl1pPr>
          </a:lstStyle>
          <a:p>
            <a:r>
              <a:rPr lang="ru-RU" dirty="0"/>
              <a:t>Система поиска шаблонов в данных GitHub</a:t>
            </a:r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992A22C8-371A-4FD7-A037-0CF569D950D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268217" y="6364057"/>
            <a:ext cx="2743200" cy="365125"/>
          </a:xfrm>
        </p:spPr>
        <p:txBody>
          <a:bodyPr/>
          <a:lstStyle>
            <a:lvl1pPr>
              <a:defRPr sz="180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defRPr>
            </a:lvl1pPr>
          </a:lstStyle>
          <a:p>
            <a:fld id="{7EC09024-2147-4C4E-87D2-FF66EAF91B1A}" type="slidenum">
              <a:rPr lang="ru-RU" smtClean="0"/>
              <a:pPr/>
              <a:t>‹#›</a:t>
            </a:fld>
            <a:r>
              <a:rPr lang="ru-RU" dirty="0"/>
              <a:t>/21</a:t>
            </a:r>
          </a:p>
        </p:txBody>
      </p:sp>
    </p:spTree>
    <p:extLst>
      <p:ext uri="{BB962C8B-B14F-4D97-AF65-F5344CB8AC3E}">
        <p14:creationId xmlns:p14="http://schemas.microsoft.com/office/powerpoint/2010/main" val="65694370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Объект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5AD60DA0-D405-47C6-ADD0-62554610012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BD3E2F1B-580E-4717-9111-44C491E648D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46892BD8-2CFB-4569-A847-FEC3F38D61A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Дата 4">
            <a:extLst>
              <a:ext uri="{FF2B5EF4-FFF2-40B4-BE49-F238E27FC236}">
                <a16:creationId xmlns:a16="http://schemas.microsoft.com/office/drawing/2014/main" id="{51231EB7-8E47-45AA-976A-992792A582B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ACA74DB-CB7C-44E0-85BB-5DF41B44EDDA}" type="datetime1">
              <a:rPr lang="ru-RU" smtClean="0"/>
              <a:t>20.05.2024</a:t>
            </a:fld>
            <a:endParaRPr lang="ru-RU"/>
          </a:p>
        </p:txBody>
      </p:sp>
      <p:sp>
        <p:nvSpPr>
          <p:cNvPr id="6" name="Нижний колонтитул 5">
            <a:extLst>
              <a:ext uri="{FF2B5EF4-FFF2-40B4-BE49-F238E27FC236}">
                <a16:creationId xmlns:a16="http://schemas.microsoft.com/office/drawing/2014/main" id="{DD797F69-1FA5-4B2C-AB5A-AF7CEFD4A78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ru-RU"/>
              <a:t>Система поиска шаблонов в данных GitHub</a:t>
            </a:r>
          </a:p>
        </p:txBody>
      </p: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512BA7BF-57EB-492E-BEA7-7F26E782EA9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EC09024-2147-4C4E-87D2-FF66EAF91B1A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32044943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Рисунок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7C02E85E-C4E1-4334-9D03-01660EAFB61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Рисунок 2">
            <a:extLst>
              <a:ext uri="{FF2B5EF4-FFF2-40B4-BE49-F238E27FC236}">
                <a16:creationId xmlns:a16="http://schemas.microsoft.com/office/drawing/2014/main" id="{02551B17-F207-4A6A-961D-179A83A2D006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ru-RU"/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ADFA1938-8E59-44A2-8EA1-7A883C0519E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Дата 4">
            <a:extLst>
              <a:ext uri="{FF2B5EF4-FFF2-40B4-BE49-F238E27FC236}">
                <a16:creationId xmlns:a16="http://schemas.microsoft.com/office/drawing/2014/main" id="{73817091-9CD8-4066-8089-ABDC1EAA18B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505F3AB-125B-44BD-91E0-D0D5DD24AA45}" type="datetime1">
              <a:rPr lang="ru-RU" smtClean="0"/>
              <a:t>20.05.2024</a:t>
            </a:fld>
            <a:endParaRPr lang="ru-RU"/>
          </a:p>
        </p:txBody>
      </p:sp>
      <p:sp>
        <p:nvSpPr>
          <p:cNvPr id="6" name="Нижний колонтитул 5">
            <a:extLst>
              <a:ext uri="{FF2B5EF4-FFF2-40B4-BE49-F238E27FC236}">
                <a16:creationId xmlns:a16="http://schemas.microsoft.com/office/drawing/2014/main" id="{0ABC59C9-41F2-47B1-8BE7-E78D9DF7D2E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ru-RU"/>
              <a:t>Система поиска шаблонов в данных GitHub</a:t>
            </a:r>
          </a:p>
        </p:txBody>
      </p: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EDC9C44D-D7E2-4B7F-9BE9-895FA40C543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EC09024-2147-4C4E-87D2-FF66EAF91B1A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32353845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Заголовок и вертикальный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A0C51CA7-C9B5-40B0-9F9D-4EBACE0FB05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Вертикальный текст 2">
            <a:extLst>
              <a:ext uri="{FF2B5EF4-FFF2-40B4-BE49-F238E27FC236}">
                <a16:creationId xmlns:a16="http://schemas.microsoft.com/office/drawing/2014/main" id="{1815D74E-5346-4AC7-8928-27E60C5A65E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A0899301-9FF6-4708-BC38-FA1993AA0F5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C10AB9E-9F86-4008-83C2-D060ECF160DE}" type="datetime1">
              <a:rPr lang="ru-RU" smtClean="0"/>
              <a:t>20.05.2024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E413BEA5-FA90-454F-B9DD-D12CF5516A4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ru-RU"/>
              <a:t>Система поиска шаблонов в данных GitHub</a:t>
            </a:r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D038D4E3-D0EE-4972-B435-9B2AF1596CF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EC09024-2147-4C4E-87D2-FF66EAF91B1A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25943783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Вертикальный заголовок и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тикальный заголовок 1">
            <a:extLst>
              <a:ext uri="{FF2B5EF4-FFF2-40B4-BE49-F238E27FC236}">
                <a16:creationId xmlns:a16="http://schemas.microsoft.com/office/drawing/2014/main" id="{D417B1CF-801C-40F1-BA99-25D42D46E3E9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Вертикальный текст 2">
            <a:extLst>
              <a:ext uri="{FF2B5EF4-FFF2-40B4-BE49-F238E27FC236}">
                <a16:creationId xmlns:a16="http://schemas.microsoft.com/office/drawing/2014/main" id="{55DDECBB-716A-4518-B985-A678E5F8B16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E7D325E4-4FDD-4A2F-B237-B366C38DBD9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E90D746-DE99-49E7-BFDC-F6203EEEF690}" type="datetime1">
              <a:rPr lang="ru-RU" smtClean="0"/>
              <a:t>20.05.2024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EF1257E6-A088-4B20-A039-F6764B466D4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ru-RU"/>
              <a:t>Система поиска шаблонов в данных GitHub</a:t>
            </a:r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BEB4264C-8CBF-4034-AD34-78733B291AD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EC09024-2147-4C4E-87D2-FF66EAF91B1A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7795970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72CE4EED-F7BB-4E0C-9926-57FE58B0818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452ACCFE-08BC-4551-B493-C0CA6EB4B7C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ru-RU" dirty="0"/>
              <a:t>Образец текста</a:t>
            </a:r>
          </a:p>
          <a:p>
            <a:pPr lvl="1"/>
            <a:r>
              <a:rPr lang="ru-RU" dirty="0"/>
              <a:t>Второй уровень</a:t>
            </a:r>
          </a:p>
          <a:p>
            <a:pPr lvl="2"/>
            <a:r>
              <a:rPr lang="ru-RU" dirty="0"/>
              <a:t>Третий уровень</a:t>
            </a:r>
          </a:p>
          <a:p>
            <a:pPr lvl="3"/>
            <a:r>
              <a:rPr lang="ru-RU" dirty="0"/>
              <a:t>Четвертый уровень</a:t>
            </a:r>
          </a:p>
          <a:p>
            <a:pPr lvl="4"/>
            <a:r>
              <a:rPr lang="ru-RU" dirty="0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00AF08C3-15D4-412F-9ED9-1D47DA4912C7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1B538B3-6C19-4897-BE7C-A7C7284CDE90}" type="datetime1">
              <a:rPr lang="ru-RU" smtClean="0"/>
              <a:t>20.05.2024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FC9869B2-8570-49D4-AC17-E3C5B376FAB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r>
              <a:rPr lang="ru-RU"/>
              <a:t>Система поиска шаблонов в данных GitHub</a:t>
            </a:r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07750638-DDC2-49A8-82D2-532EDD83F25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EC09024-2147-4C4E-87D2-FF66EAF91B1A}" type="slidenum">
              <a:rPr lang="ru-RU" smtClean="0"/>
              <a:pPr/>
              <a:t>‹#›</a:t>
            </a:fld>
            <a:r>
              <a:rPr lang="ru-RU" dirty="0"/>
              <a:t>/21</a:t>
            </a:r>
          </a:p>
        </p:txBody>
      </p:sp>
    </p:spTree>
    <p:extLst>
      <p:ext uri="{BB962C8B-B14F-4D97-AF65-F5344CB8AC3E}">
        <p14:creationId xmlns:p14="http://schemas.microsoft.com/office/powerpoint/2010/main" val="372987047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-RU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8" Type="http://schemas.openxmlformats.org/officeDocument/2006/relationships/customXml" Target="../ink/ink3.xml"/><Relationship Id="rId3" Type="http://schemas.openxmlformats.org/officeDocument/2006/relationships/image" Target="../media/image14.png"/><Relationship Id="rId7" Type="http://schemas.openxmlformats.org/officeDocument/2006/relationships/image" Target="../media/image130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7.xml"/><Relationship Id="rId6" Type="http://schemas.openxmlformats.org/officeDocument/2006/relationships/customXml" Target="../ink/ink2.xml"/><Relationship Id="rId5" Type="http://schemas.openxmlformats.org/officeDocument/2006/relationships/image" Target="../media/image120.png"/><Relationship Id="rId4" Type="http://schemas.openxmlformats.org/officeDocument/2006/relationships/customXml" Target="../ink/ink1.xml"/><Relationship Id="rId9" Type="http://schemas.openxmlformats.org/officeDocument/2006/relationships/image" Target="../media/image140.png"/></Relationships>
</file>

<file path=ppt/slides/_rels/slide19.xml.rels><?xml version="1.0" encoding="UTF-8" standalone="yes"?>
<Relationships xmlns="http://schemas.openxmlformats.org/package/2006/relationships"><Relationship Id="rId8" Type="http://schemas.openxmlformats.org/officeDocument/2006/relationships/image" Target="../media/image140.png"/><Relationship Id="rId13" Type="http://schemas.openxmlformats.org/officeDocument/2006/relationships/image" Target="../media/image17.png"/><Relationship Id="rId18" Type="http://schemas.openxmlformats.org/officeDocument/2006/relationships/customXml" Target="../ink/ink11.xml"/><Relationship Id="rId3" Type="http://schemas.openxmlformats.org/officeDocument/2006/relationships/customXml" Target="../ink/ink4.xml"/><Relationship Id="rId21" Type="http://schemas.openxmlformats.org/officeDocument/2006/relationships/image" Target="../media/image21.png"/><Relationship Id="rId7" Type="http://schemas.openxmlformats.org/officeDocument/2006/relationships/customXml" Target="../ink/ink6.xml"/><Relationship Id="rId12" Type="http://schemas.openxmlformats.org/officeDocument/2006/relationships/customXml" Target="../ink/ink8.xml"/><Relationship Id="rId17" Type="http://schemas.openxmlformats.org/officeDocument/2006/relationships/image" Target="../media/image19.png"/><Relationship Id="rId25" Type="http://schemas.openxmlformats.org/officeDocument/2006/relationships/image" Target="../media/image23.png"/><Relationship Id="rId2" Type="http://schemas.openxmlformats.org/officeDocument/2006/relationships/notesSlide" Target="../notesSlides/notesSlide15.xml"/><Relationship Id="rId16" Type="http://schemas.openxmlformats.org/officeDocument/2006/relationships/customXml" Target="../ink/ink10.xml"/><Relationship Id="rId20" Type="http://schemas.openxmlformats.org/officeDocument/2006/relationships/customXml" Target="../ink/ink12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30.png"/><Relationship Id="rId11" Type="http://schemas.openxmlformats.org/officeDocument/2006/relationships/image" Target="../media/image16.png"/><Relationship Id="rId24" Type="http://schemas.openxmlformats.org/officeDocument/2006/relationships/customXml" Target="../ink/ink14.xml"/><Relationship Id="rId5" Type="http://schemas.openxmlformats.org/officeDocument/2006/relationships/customXml" Target="../ink/ink5.xml"/><Relationship Id="rId15" Type="http://schemas.openxmlformats.org/officeDocument/2006/relationships/image" Target="../media/image18.png"/><Relationship Id="rId23" Type="http://schemas.openxmlformats.org/officeDocument/2006/relationships/image" Target="../media/image22.png"/><Relationship Id="rId10" Type="http://schemas.openxmlformats.org/officeDocument/2006/relationships/customXml" Target="../ink/ink7.xml"/><Relationship Id="rId19" Type="http://schemas.openxmlformats.org/officeDocument/2006/relationships/image" Target="../media/image20.png"/><Relationship Id="rId4" Type="http://schemas.openxmlformats.org/officeDocument/2006/relationships/image" Target="../media/image120.png"/><Relationship Id="rId9" Type="http://schemas.openxmlformats.org/officeDocument/2006/relationships/image" Target="../media/image15.png"/><Relationship Id="rId14" Type="http://schemas.openxmlformats.org/officeDocument/2006/relationships/customXml" Target="../ink/ink9.xml"/><Relationship Id="rId22" Type="http://schemas.openxmlformats.org/officeDocument/2006/relationships/customXml" Target="../ink/ink13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7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125CB70A-136A-427A-B389-C3991A999B87}"/>
              </a:ext>
            </a:extLst>
          </p:cNvPr>
          <p:cNvSpPr txBox="1"/>
          <p:nvPr/>
        </p:nvSpPr>
        <p:spPr>
          <a:xfrm>
            <a:off x="1940859" y="61555"/>
            <a:ext cx="8310282" cy="10156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indent="-237490" algn="ctr">
              <a:tabLst>
                <a:tab pos="270510" algn="l"/>
              </a:tabLst>
            </a:pPr>
            <a:r>
              <a:rPr lang="ru-RU" sz="120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МИНИСТЕРСТВО НАУКИ И ВЫСШЕГО ОБРАЗОВАНИЯ РОССИЙСКОЙ ФЕДЕРАЦИИ</a:t>
            </a:r>
            <a:endParaRPr lang="ru-RU" sz="1200" dirty="0">
              <a:effectLst/>
              <a:latin typeface="Times New Roman" panose="02020603050405020304" pitchFamily="18" charset="0"/>
              <a:ea typeface="Times New Roman" panose="02020603050405020304" pitchFamily="18" charset="0"/>
            </a:endParaRPr>
          </a:p>
          <a:p>
            <a:pPr algn="ctr">
              <a:tabLst>
                <a:tab pos="270510" algn="l"/>
              </a:tabLst>
            </a:pPr>
            <a:r>
              <a:rPr lang="ru-RU" sz="120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Федеральное государственное автономное образовательное учреждение высшего образования</a:t>
            </a:r>
            <a:endParaRPr lang="ru-RU" sz="1200" dirty="0">
              <a:effectLst/>
              <a:latin typeface="Times New Roman" panose="02020603050405020304" pitchFamily="18" charset="0"/>
              <a:ea typeface="Times New Roman" panose="02020603050405020304" pitchFamily="18" charset="0"/>
            </a:endParaRPr>
          </a:p>
          <a:p>
            <a:pPr algn="ctr">
              <a:tabLst>
                <a:tab pos="270510" algn="l"/>
              </a:tabLst>
            </a:pPr>
            <a:r>
              <a:rPr lang="ru-RU" sz="1200" b="1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«Южно-Уральский государственный университет (национальный исследовательский университет)»</a:t>
            </a:r>
            <a:endParaRPr lang="ru-RU" sz="1200" dirty="0">
              <a:effectLst/>
              <a:latin typeface="Times New Roman" panose="02020603050405020304" pitchFamily="18" charset="0"/>
              <a:ea typeface="Times New Roman" panose="02020603050405020304" pitchFamily="18" charset="0"/>
            </a:endParaRPr>
          </a:p>
          <a:p>
            <a:pPr algn="ctr">
              <a:tabLst>
                <a:tab pos="270510" algn="l"/>
              </a:tabLst>
            </a:pPr>
            <a:r>
              <a:rPr lang="ru-RU" sz="1200" b="1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Высшая школа электроники и компьютерных наук</a:t>
            </a:r>
            <a:endParaRPr lang="ru-RU" sz="1200" dirty="0">
              <a:effectLst/>
              <a:latin typeface="Times New Roman" panose="02020603050405020304" pitchFamily="18" charset="0"/>
              <a:ea typeface="Times New Roman" panose="02020603050405020304" pitchFamily="18" charset="0"/>
            </a:endParaRPr>
          </a:p>
          <a:p>
            <a:pPr algn="ctr"/>
            <a:r>
              <a:rPr lang="ru-RU" sz="1200" b="1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Кафедра системного программирования</a:t>
            </a:r>
            <a:endParaRPr lang="ru-RU" sz="1200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DCCA43C-D7FC-4D27-8301-FC8AAF688159}"/>
              </a:ext>
            </a:extLst>
          </p:cNvPr>
          <p:cNvSpPr txBox="1"/>
          <p:nvPr/>
        </p:nvSpPr>
        <p:spPr>
          <a:xfrm>
            <a:off x="291547" y="1939333"/>
            <a:ext cx="11661913" cy="13234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tabLst>
                <a:tab pos="180340" algn="l"/>
                <a:tab pos="270510" algn="l"/>
              </a:tabLst>
            </a:pPr>
            <a:r>
              <a:rPr lang="ru-RU" sz="4000" b="1" dirty="0">
                <a:latin typeface="Times New Roman" panose="02020603050405020304" pitchFamily="18" charset="0"/>
                <a:ea typeface="Times New Roman" panose="02020603050405020304" pitchFamily="18" charset="0"/>
              </a:rPr>
              <a:t>Разработка системы поиска шаблонов </a:t>
            </a:r>
          </a:p>
          <a:p>
            <a:pPr algn="ctr">
              <a:tabLst>
                <a:tab pos="180340" algn="l"/>
                <a:tab pos="270510" algn="l"/>
              </a:tabLst>
            </a:pPr>
            <a:r>
              <a:rPr lang="ru-RU" sz="4000" b="1" dirty="0">
                <a:latin typeface="Times New Roman" panose="02020603050405020304" pitchFamily="18" charset="0"/>
                <a:ea typeface="Times New Roman" panose="02020603050405020304" pitchFamily="18" charset="0"/>
              </a:rPr>
              <a:t>в данных портала GitHub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23789AA8-90F9-4A13-828F-B553A0E5B158}"/>
              </a:ext>
            </a:extLst>
          </p:cNvPr>
          <p:cNvSpPr txBox="1"/>
          <p:nvPr/>
        </p:nvSpPr>
        <p:spPr>
          <a:xfrm>
            <a:off x="591671" y="4595772"/>
            <a:ext cx="2698376" cy="170456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2860">
              <a:lnSpc>
                <a:spcPct val="150000"/>
              </a:lnSpc>
              <a:tabLst>
                <a:tab pos="270510" algn="l"/>
              </a:tabLst>
            </a:pPr>
            <a:r>
              <a:rPr lang="ru-RU" sz="180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Научный руководитель:</a:t>
            </a:r>
            <a:endParaRPr lang="ru-RU" sz="1100" dirty="0">
              <a:effectLst/>
              <a:latin typeface="Times New Roman" panose="02020603050405020304" pitchFamily="18" charset="0"/>
              <a:ea typeface="Times New Roman" panose="02020603050405020304" pitchFamily="18" charset="0"/>
            </a:endParaRPr>
          </a:p>
          <a:p>
            <a:pPr marL="22860">
              <a:lnSpc>
                <a:spcPct val="150000"/>
              </a:lnSpc>
              <a:tabLst>
                <a:tab pos="180340" algn="l"/>
                <a:tab pos="270510" algn="l"/>
              </a:tabLst>
            </a:pPr>
            <a:r>
              <a:rPr lang="ru-RU" sz="180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профессор кафедры СП,</a:t>
            </a:r>
          </a:p>
          <a:p>
            <a:pPr marL="22860">
              <a:lnSpc>
                <a:spcPct val="150000"/>
              </a:lnSpc>
              <a:tabLst>
                <a:tab pos="180340" algn="l"/>
                <a:tab pos="270510" algn="l"/>
              </a:tabLst>
            </a:pPr>
            <a:r>
              <a:rPr lang="ru-RU" sz="180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д.ф.-м.н., доцент</a:t>
            </a:r>
            <a:endParaRPr lang="ru-RU" sz="1100" dirty="0">
              <a:effectLst/>
              <a:latin typeface="Times New Roman" panose="02020603050405020304" pitchFamily="18" charset="0"/>
              <a:ea typeface="Times New Roman" panose="02020603050405020304" pitchFamily="18" charset="0"/>
            </a:endParaRPr>
          </a:p>
          <a:p>
            <a:pPr marL="22860">
              <a:lnSpc>
                <a:spcPct val="150000"/>
              </a:lnSpc>
              <a:tabLst>
                <a:tab pos="270510" algn="l"/>
              </a:tabLst>
            </a:pPr>
            <a:r>
              <a:rPr lang="ru-RU" sz="180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М.Л. </a:t>
            </a:r>
            <a:r>
              <a:rPr lang="ru-RU" sz="1800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Цымблер</a:t>
            </a:r>
            <a:endParaRPr lang="ru-RU" sz="1100" dirty="0">
              <a:effectLst/>
              <a:latin typeface="Times New Roman" panose="02020603050405020304" pitchFamily="18" charset="0"/>
              <a:ea typeface="Times New Roman" panose="02020603050405020304" pitchFamily="18" charset="0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0E5B2418-ADAB-48C0-B9C9-A7FFFC06E1B7}"/>
              </a:ext>
            </a:extLst>
          </p:cNvPr>
          <p:cNvSpPr txBox="1"/>
          <p:nvPr/>
        </p:nvSpPr>
        <p:spPr>
          <a:xfrm>
            <a:off x="9144000" y="4709392"/>
            <a:ext cx="2698376" cy="10618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1590">
              <a:tabLst>
                <a:tab pos="270510" algn="l"/>
              </a:tabLst>
            </a:pPr>
            <a:r>
              <a:rPr lang="ru-RU" sz="180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Автор работы:</a:t>
            </a:r>
            <a:endParaRPr lang="ru-RU" sz="1100" dirty="0">
              <a:effectLst/>
              <a:latin typeface="Times New Roman" panose="02020603050405020304" pitchFamily="18" charset="0"/>
              <a:ea typeface="Times New Roman" panose="02020603050405020304" pitchFamily="18" charset="0"/>
            </a:endParaRPr>
          </a:p>
          <a:p>
            <a:pPr marL="21590">
              <a:lnSpc>
                <a:spcPct val="150000"/>
              </a:lnSpc>
              <a:tabLst>
                <a:tab pos="270510" algn="l"/>
              </a:tabLst>
            </a:pPr>
            <a:r>
              <a:rPr lang="ru-RU" sz="180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студент группы КЭ-403</a:t>
            </a:r>
            <a:endParaRPr lang="ru-RU" sz="1100" dirty="0">
              <a:effectLst/>
              <a:latin typeface="Times New Roman" panose="02020603050405020304" pitchFamily="18" charset="0"/>
              <a:ea typeface="Times New Roman" panose="02020603050405020304" pitchFamily="18" charset="0"/>
            </a:endParaRPr>
          </a:p>
          <a:p>
            <a:r>
              <a:rPr lang="ru-RU" sz="180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Е.В. Елисеев</a:t>
            </a:r>
            <a:endParaRPr lang="ru-RU" dirty="0"/>
          </a:p>
        </p:txBody>
      </p:sp>
      <p:sp>
        <p:nvSpPr>
          <p:cNvPr id="2" name="Footer Placeholder 1">
            <a:extLst>
              <a:ext uri="{FF2B5EF4-FFF2-40B4-BE49-F238E27FC236}">
                <a16:creationId xmlns:a16="http://schemas.microsoft.com/office/drawing/2014/main" id="{F722848F-83DE-04B1-2696-D4768DE4F65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5114713" y="6300341"/>
            <a:ext cx="1962573" cy="365125"/>
          </a:xfrm>
        </p:spPr>
        <p:txBody>
          <a:bodyPr/>
          <a:lstStyle/>
          <a:p>
            <a:r>
              <a:rPr lang="ru-RU" dirty="0"/>
              <a:t>Челябинск 2024</a:t>
            </a:r>
          </a:p>
        </p:txBody>
      </p:sp>
    </p:spTree>
    <p:extLst>
      <p:ext uri="{BB962C8B-B14F-4D97-AF65-F5344CB8AC3E}">
        <p14:creationId xmlns:p14="http://schemas.microsoft.com/office/powerpoint/2010/main" val="421233320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100B25DD-8CC4-48A0-A45C-A43464AB841D}"/>
              </a:ext>
            </a:extLst>
          </p:cNvPr>
          <p:cNvSpPr txBox="1"/>
          <p:nvPr/>
        </p:nvSpPr>
        <p:spPr>
          <a:xfrm>
            <a:off x="0" y="0"/>
            <a:ext cx="1219200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ru-RU" sz="2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АКТУАЛЬНОСТЬ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B55F3362-C79B-4814-802F-A104A7F06A0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2640" y="736144"/>
            <a:ext cx="10586720" cy="5385711"/>
          </a:xfrm>
          <a:prstGeom prst="rect">
            <a:avLst/>
          </a:prstGeom>
        </p:spPr>
      </p:pic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3924C6ED-FCAC-43D2-B8BB-9875FF968A9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ru-RU"/>
              <a:t>Система поиска шаблонов в данных GitHub</a:t>
            </a:r>
            <a:endParaRPr lang="ru-RU" dirty="0"/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982ACC5C-F524-10AE-6654-11E912EC6F1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EC09024-2147-4C4E-87D2-FF66EAF91B1A}" type="slidenum">
              <a:rPr lang="ru-RU" smtClean="0"/>
              <a:pPr/>
              <a:t>2</a:t>
            </a:fld>
            <a:r>
              <a:rPr lang="ru-RU" dirty="0"/>
              <a:t>/21</a:t>
            </a:r>
          </a:p>
        </p:txBody>
      </p:sp>
    </p:spTree>
    <p:extLst>
      <p:ext uri="{BB962C8B-B14F-4D97-AF65-F5344CB8AC3E}">
        <p14:creationId xmlns:p14="http://schemas.microsoft.com/office/powerpoint/2010/main" val="269381279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oter Placeholder 1">
            <a:extLst>
              <a:ext uri="{FF2B5EF4-FFF2-40B4-BE49-F238E27FC236}">
                <a16:creationId xmlns:a16="http://schemas.microsoft.com/office/drawing/2014/main" id="{5D59324B-F2C8-D5A1-033A-6F26E24FE55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ru-RU"/>
              <a:t>Система поиска шаблонов в данных GitHub</a:t>
            </a:r>
            <a:endParaRPr lang="ru-RU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9F4F4BF0-71A1-DD7A-65FD-AE3A2756227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EC09024-2147-4C4E-87D2-FF66EAF91B1A}" type="slidenum">
              <a:rPr lang="ru-RU" smtClean="0"/>
              <a:pPr/>
              <a:t>3</a:t>
            </a:fld>
            <a:r>
              <a:rPr lang="ru-RU" dirty="0"/>
              <a:t>/21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F223DEBA-F28C-2485-9090-C4982FCD811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35819" y="894873"/>
            <a:ext cx="7120362" cy="5068253"/>
          </a:xfrm>
          <a:prstGeom prst="rect">
            <a:avLst/>
          </a:prstGeom>
          <a:ln w="12700">
            <a:solidFill>
              <a:schemeClr val="tx1"/>
            </a:solidFill>
          </a:ln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616EF812-5AC6-3A97-A06A-33B7041522E4}"/>
              </a:ext>
            </a:extLst>
          </p:cNvPr>
          <p:cNvSpPr txBox="1"/>
          <p:nvPr/>
        </p:nvSpPr>
        <p:spPr>
          <a:xfrm>
            <a:off x="0" y="0"/>
            <a:ext cx="1219200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ru-RU" sz="2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АКТУАЛЬНОСТЬ</a:t>
            </a:r>
          </a:p>
        </p:txBody>
      </p:sp>
    </p:spTree>
    <p:extLst>
      <p:ext uri="{BB962C8B-B14F-4D97-AF65-F5344CB8AC3E}">
        <p14:creationId xmlns:p14="http://schemas.microsoft.com/office/powerpoint/2010/main" val="84210605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oter Placeholder 1">
            <a:extLst>
              <a:ext uri="{FF2B5EF4-FFF2-40B4-BE49-F238E27FC236}">
                <a16:creationId xmlns:a16="http://schemas.microsoft.com/office/drawing/2014/main" id="{21F6EC59-547B-A577-4F37-0398FD2320D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ru-RU"/>
              <a:t>Система поиска шаблонов в данных GitHub</a:t>
            </a:r>
            <a:endParaRPr lang="ru-RU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AE66E2CC-3817-4794-7ED8-1FFD1AD4D37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EC09024-2147-4C4E-87D2-FF66EAF91B1A}" type="slidenum">
              <a:rPr lang="ru-RU" smtClean="0"/>
              <a:pPr/>
              <a:t>4</a:t>
            </a:fld>
            <a:r>
              <a:rPr lang="ru-RU" dirty="0"/>
              <a:t>/21</a:t>
            </a:r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C32A4A67-5087-5746-7516-3E7EF4740CE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808579549"/>
              </p:ext>
            </p:extLst>
          </p:nvPr>
        </p:nvGraphicFramePr>
        <p:xfrm>
          <a:off x="2113279" y="1600200"/>
          <a:ext cx="7965440" cy="3657600"/>
        </p:xfrm>
        <a:graphic>
          <a:graphicData uri="http://schemas.openxmlformats.org/drawingml/2006/table">
            <a:tbl>
              <a:tblPr firstRow="1" firstCol="1" bandRow="1">
                <a:tableStyleId>{5940675A-B579-460E-94D1-54222C63F5DA}</a:tableStyleId>
              </a:tblPr>
              <a:tblGrid>
                <a:gridCol w="618470">
                  <a:extLst>
                    <a:ext uri="{9D8B030D-6E8A-4147-A177-3AD203B41FA5}">
                      <a16:colId xmlns:a16="http://schemas.microsoft.com/office/drawing/2014/main" val="996830485"/>
                    </a:ext>
                  </a:extLst>
                </a:gridCol>
                <a:gridCol w="1245725">
                  <a:extLst>
                    <a:ext uri="{9D8B030D-6E8A-4147-A177-3AD203B41FA5}">
                      <a16:colId xmlns:a16="http://schemas.microsoft.com/office/drawing/2014/main" val="2933384222"/>
                    </a:ext>
                  </a:extLst>
                </a:gridCol>
                <a:gridCol w="6101245">
                  <a:extLst>
                    <a:ext uri="{9D8B030D-6E8A-4147-A177-3AD203B41FA5}">
                      <a16:colId xmlns:a16="http://schemas.microsoft.com/office/drawing/2014/main" val="1154058566"/>
                    </a:ext>
                  </a:extLst>
                </a:gridCol>
              </a:tblGrid>
              <a:tr h="273806">
                <a:tc>
                  <a:txBody>
                    <a:bodyPr/>
                    <a:lstStyle/>
                    <a:p>
                      <a:pPr indent="0" algn="just">
                        <a:lnSpc>
                          <a:spcPct val="100000"/>
                        </a:lnSpc>
                      </a:pPr>
                      <a:r>
                        <a:rPr lang="ru-RU" sz="200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№</a:t>
                      </a:r>
                      <a:endParaRPr lang="ru-RU" sz="20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indent="0" algn="ctr">
                        <a:lnSpc>
                          <a:spcPct val="100000"/>
                        </a:lnSpc>
                      </a:pPr>
                      <a:r>
                        <a:rPr lang="ru-RU" sz="200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Команды</a:t>
                      </a:r>
                      <a:endParaRPr lang="ru-RU" sz="20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indent="0" algn="ctr">
                        <a:lnSpc>
                          <a:spcPct val="100000"/>
                        </a:lnSpc>
                      </a:pPr>
                      <a:r>
                        <a:rPr lang="ru-RU" sz="200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Семантика</a:t>
                      </a:r>
                      <a:endParaRPr lang="ru-RU" sz="20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646868780"/>
                  </a:ext>
                </a:extLst>
              </a:tr>
              <a:tr h="273806">
                <a:tc>
                  <a:txBody>
                    <a:bodyPr/>
                    <a:lstStyle/>
                    <a:p>
                      <a:pPr indent="0" algn="ctr">
                        <a:lnSpc>
                          <a:spcPct val="100000"/>
                        </a:lnSpc>
                      </a:pPr>
                      <a:r>
                        <a:rPr lang="ru-RU" sz="200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</a:t>
                      </a:r>
                      <a:endParaRPr lang="ru-RU" sz="20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b"/>
                </a:tc>
                <a:tc>
                  <a:txBody>
                    <a:bodyPr/>
                    <a:lstStyle/>
                    <a:p>
                      <a:pPr indent="0">
                        <a:lnSpc>
                          <a:spcPct val="100000"/>
                        </a:lnSpc>
                      </a:pPr>
                      <a:r>
                        <a:rPr lang="ru-RU" sz="200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init</a:t>
                      </a:r>
                      <a:endParaRPr lang="ru-RU" sz="20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b"/>
                </a:tc>
                <a:tc>
                  <a:txBody>
                    <a:bodyPr/>
                    <a:lstStyle/>
                    <a:p>
                      <a:pPr indent="0">
                        <a:lnSpc>
                          <a:spcPct val="100000"/>
                        </a:lnSpc>
                      </a:pPr>
                      <a:r>
                        <a:rPr lang="ru-RU" sz="200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Инициализация нового </a:t>
                      </a:r>
                      <a:r>
                        <a:rPr lang="ru-RU" sz="2000" dirty="0" err="1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Git</a:t>
                      </a:r>
                      <a:r>
                        <a:rPr lang="ru-RU" sz="200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 репозитория</a:t>
                      </a:r>
                      <a:endParaRPr lang="ru-RU" sz="20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b"/>
                </a:tc>
                <a:extLst>
                  <a:ext uri="{0D108BD9-81ED-4DB2-BD59-A6C34878D82A}">
                    <a16:rowId xmlns:a16="http://schemas.microsoft.com/office/drawing/2014/main" val="2464905840"/>
                  </a:ext>
                </a:extLst>
              </a:tr>
              <a:tr h="228172">
                <a:tc>
                  <a:txBody>
                    <a:bodyPr/>
                    <a:lstStyle/>
                    <a:p>
                      <a:pPr indent="0" algn="ctr">
                        <a:lnSpc>
                          <a:spcPct val="100000"/>
                        </a:lnSpc>
                      </a:pPr>
                      <a:r>
                        <a:rPr lang="ru-RU" sz="200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2</a:t>
                      </a:r>
                      <a:endParaRPr lang="ru-RU" sz="20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indent="0">
                        <a:lnSpc>
                          <a:spcPct val="100000"/>
                        </a:lnSpc>
                      </a:pPr>
                      <a:r>
                        <a:rPr lang="ru-RU" sz="200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add</a:t>
                      </a:r>
                      <a:endParaRPr lang="ru-RU" sz="20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indent="0">
                        <a:lnSpc>
                          <a:spcPct val="100000"/>
                        </a:lnSpc>
                      </a:pPr>
                      <a:r>
                        <a:rPr lang="ru-RU" sz="200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Добавление файлов в индекс для последующего коммита</a:t>
                      </a:r>
                      <a:endParaRPr lang="ru-RU" sz="20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3301629683"/>
                  </a:ext>
                </a:extLst>
              </a:tr>
              <a:tr h="273806">
                <a:tc>
                  <a:txBody>
                    <a:bodyPr/>
                    <a:lstStyle/>
                    <a:p>
                      <a:pPr indent="0" algn="ctr">
                        <a:lnSpc>
                          <a:spcPct val="100000"/>
                        </a:lnSpc>
                      </a:pPr>
                      <a:r>
                        <a:rPr lang="ru-RU" sz="200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3</a:t>
                      </a:r>
                      <a:endParaRPr lang="ru-RU" sz="20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b"/>
                </a:tc>
                <a:tc>
                  <a:txBody>
                    <a:bodyPr/>
                    <a:lstStyle/>
                    <a:p>
                      <a:pPr indent="0">
                        <a:lnSpc>
                          <a:spcPct val="100000"/>
                        </a:lnSpc>
                      </a:pPr>
                      <a:r>
                        <a:rPr lang="ru-RU" sz="200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commit</a:t>
                      </a:r>
                      <a:endParaRPr lang="ru-RU" sz="20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b"/>
                </a:tc>
                <a:tc>
                  <a:txBody>
                    <a:bodyPr/>
                    <a:lstStyle/>
                    <a:p>
                      <a:pPr indent="0">
                        <a:lnSpc>
                          <a:spcPct val="100000"/>
                        </a:lnSpc>
                      </a:pPr>
                      <a:r>
                        <a:rPr lang="ru-RU" sz="200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Фиксация изменений в репозитории</a:t>
                      </a:r>
                      <a:endParaRPr lang="ru-RU" sz="20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b"/>
                </a:tc>
                <a:extLst>
                  <a:ext uri="{0D108BD9-81ED-4DB2-BD59-A6C34878D82A}">
                    <a16:rowId xmlns:a16="http://schemas.microsoft.com/office/drawing/2014/main" val="336121779"/>
                  </a:ext>
                </a:extLst>
              </a:tr>
              <a:tr h="273806">
                <a:tc>
                  <a:txBody>
                    <a:bodyPr/>
                    <a:lstStyle/>
                    <a:p>
                      <a:pPr indent="0" algn="ctr">
                        <a:lnSpc>
                          <a:spcPct val="100000"/>
                        </a:lnSpc>
                      </a:pPr>
                      <a:r>
                        <a:rPr lang="ru-RU" sz="200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4</a:t>
                      </a:r>
                      <a:endParaRPr lang="ru-RU" sz="20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b"/>
                </a:tc>
                <a:tc>
                  <a:txBody>
                    <a:bodyPr/>
                    <a:lstStyle/>
                    <a:p>
                      <a:pPr indent="0">
                        <a:lnSpc>
                          <a:spcPct val="100000"/>
                        </a:lnSpc>
                      </a:pPr>
                      <a:r>
                        <a:rPr lang="ru-RU" sz="200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push</a:t>
                      </a:r>
                      <a:endParaRPr lang="ru-RU" sz="20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b"/>
                </a:tc>
                <a:tc>
                  <a:txBody>
                    <a:bodyPr/>
                    <a:lstStyle/>
                    <a:p>
                      <a:pPr indent="0">
                        <a:lnSpc>
                          <a:spcPct val="100000"/>
                        </a:lnSpc>
                      </a:pPr>
                      <a:r>
                        <a:rPr lang="ru-RU" sz="200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Отправка изменений в удаленный репозиторий</a:t>
                      </a:r>
                      <a:endParaRPr lang="ru-RU" sz="20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b"/>
                </a:tc>
                <a:extLst>
                  <a:ext uri="{0D108BD9-81ED-4DB2-BD59-A6C34878D82A}">
                    <a16:rowId xmlns:a16="http://schemas.microsoft.com/office/drawing/2014/main" val="2336172491"/>
                  </a:ext>
                </a:extLst>
              </a:tr>
              <a:tr h="273806">
                <a:tc>
                  <a:txBody>
                    <a:bodyPr/>
                    <a:lstStyle/>
                    <a:p>
                      <a:pPr indent="0" algn="ctr">
                        <a:lnSpc>
                          <a:spcPct val="100000"/>
                        </a:lnSpc>
                      </a:pPr>
                      <a:r>
                        <a:rPr lang="ru-RU" sz="200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5</a:t>
                      </a:r>
                      <a:endParaRPr lang="ru-RU" sz="20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b"/>
                </a:tc>
                <a:tc>
                  <a:txBody>
                    <a:bodyPr/>
                    <a:lstStyle/>
                    <a:p>
                      <a:pPr indent="0">
                        <a:lnSpc>
                          <a:spcPct val="100000"/>
                        </a:lnSpc>
                      </a:pPr>
                      <a:r>
                        <a:rPr lang="ru-RU" sz="200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merge</a:t>
                      </a:r>
                      <a:endParaRPr lang="ru-RU" sz="20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b"/>
                </a:tc>
                <a:tc>
                  <a:txBody>
                    <a:bodyPr/>
                    <a:lstStyle/>
                    <a:p>
                      <a:pPr indent="0">
                        <a:lnSpc>
                          <a:spcPct val="100000"/>
                        </a:lnSpc>
                      </a:pPr>
                      <a:r>
                        <a:rPr lang="ru-RU" sz="200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Слияние изменений из одной ветки в другую</a:t>
                      </a:r>
                      <a:endParaRPr lang="ru-RU" sz="20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b"/>
                </a:tc>
                <a:extLst>
                  <a:ext uri="{0D108BD9-81ED-4DB2-BD59-A6C34878D82A}">
                    <a16:rowId xmlns:a16="http://schemas.microsoft.com/office/drawing/2014/main" val="1426825041"/>
                  </a:ext>
                </a:extLst>
              </a:tr>
              <a:tr h="273806">
                <a:tc>
                  <a:txBody>
                    <a:bodyPr/>
                    <a:lstStyle/>
                    <a:p>
                      <a:pPr indent="0" algn="ctr">
                        <a:lnSpc>
                          <a:spcPct val="100000"/>
                        </a:lnSpc>
                      </a:pPr>
                      <a:r>
                        <a:rPr lang="ru-RU" sz="200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6</a:t>
                      </a:r>
                      <a:endParaRPr lang="ru-RU" sz="20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indent="0">
                        <a:lnSpc>
                          <a:spcPct val="100000"/>
                        </a:lnSpc>
                      </a:pPr>
                      <a:r>
                        <a:rPr lang="ru-RU" sz="200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branch</a:t>
                      </a:r>
                      <a:endParaRPr lang="ru-RU" sz="20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indent="0">
                        <a:lnSpc>
                          <a:spcPct val="100000"/>
                        </a:lnSpc>
                      </a:pPr>
                      <a:r>
                        <a:rPr lang="ru-RU" sz="200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Создание новой ветки в репозитории</a:t>
                      </a:r>
                      <a:endParaRPr lang="ru-RU" sz="20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1204747197"/>
                  </a:ext>
                </a:extLst>
              </a:tr>
              <a:tr h="273806">
                <a:tc>
                  <a:txBody>
                    <a:bodyPr/>
                    <a:lstStyle/>
                    <a:p>
                      <a:pPr indent="0" algn="ctr">
                        <a:lnSpc>
                          <a:spcPct val="100000"/>
                        </a:lnSpc>
                      </a:pPr>
                      <a:r>
                        <a:rPr lang="ru-RU" sz="200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7</a:t>
                      </a:r>
                      <a:endParaRPr lang="ru-RU" sz="20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indent="0">
                        <a:lnSpc>
                          <a:spcPct val="100000"/>
                        </a:lnSpc>
                      </a:pPr>
                      <a:r>
                        <a:rPr lang="ru-RU" sz="200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checkout</a:t>
                      </a:r>
                      <a:endParaRPr lang="ru-RU" sz="20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indent="0">
                        <a:lnSpc>
                          <a:spcPct val="100000"/>
                        </a:lnSpc>
                      </a:pPr>
                      <a:r>
                        <a:rPr lang="ru-RU" sz="200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Переключение между ветками или коммитами в репозитории</a:t>
                      </a:r>
                      <a:endParaRPr lang="ru-RU" sz="20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3057944468"/>
                  </a:ext>
                </a:extLst>
              </a:tr>
              <a:tr h="273806">
                <a:tc>
                  <a:txBody>
                    <a:bodyPr/>
                    <a:lstStyle/>
                    <a:p>
                      <a:pPr indent="0" algn="ctr">
                        <a:lnSpc>
                          <a:spcPct val="100000"/>
                        </a:lnSpc>
                      </a:pPr>
                      <a:r>
                        <a:rPr lang="ru-RU" sz="200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8</a:t>
                      </a:r>
                      <a:endParaRPr lang="ru-RU" sz="20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indent="0">
                        <a:lnSpc>
                          <a:spcPct val="100000"/>
                        </a:lnSpc>
                      </a:pPr>
                      <a:r>
                        <a:rPr lang="ru-RU" sz="200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clone</a:t>
                      </a:r>
                      <a:endParaRPr lang="ru-RU" sz="20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indent="0">
                        <a:lnSpc>
                          <a:spcPct val="100000"/>
                        </a:lnSpc>
                      </a:pPr>
                      <a:r>
                        <a:rPr lang="ru-RU" sz="200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Клонирование удаленного репозитория на локальную машину</a:t>
                      </a:r>
                      <a:endParaRPr lang="ru-RU" sz="20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3394075656"/>
                  </a:ext>
                </a:extLst>
              </a:tr>
            </a:tbl>
          </a:graphicData>
        </a:graphic>
      </p:graphicFrame>
      <p:sp>
        <p:nvSpPr>
          <p:cNvPr id="5" name="TextBox 4">
            <a:extLst>
              <a:ext uri="{FF2B5EF4-FFF2-40B4-BE49-F238E27FC236}">
                <a16:creationId xmlns:a16="http://schemas.microsoft.com/office/drawing/2014/main" id="{B9F15453-F925-EEED-7731-B72A82F40BB7}"/>
              </a:ext>
            </a:extLst>
          </p:cNvPr>
          <p:cNvSpPr txBox="1"/>
          <p:nvPr/>
        </p:nvSpPr>
        <p:spPr>
          <a:xfrm>
            <a:off x="0" y="0"/>
            <a:ext cx="1219200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ru-RU" sz="2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АКТУАЛЬНОСТЬ</a:t>
            </a:r>
          </a:p>
        </p:txBody>
      </p:sp>
    </p:spTree>
    <p:extLst>
      <p:ext uri="{BB962C8B-B14F-4D97-AF65-F5344CB8AC3E}">
        <p14:creationId xmlns:p14="http://schemas.microsoft.com/office/powerpoint/2010/main" val="276706801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100B25DD-8CC4-48A0-A45C-A43464AB841D}"/>
              </a:ext>
            </a:extLst>
          </p:cNvPr>
          <p:cNvSpPr txBox="1"/>
          <p:nvPr/>
        </p:nvSpPr>
        <p:spPr>
          <a:xfrm>
            <a:off x="0" y="0"/>
            <a:ext cx="1219200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ru-RU" sz="2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ЦЕЛЬ И ЗАДАЧИ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6A69D930-9E74-49C5-8722-9991AD6B40C1}"/>
              </a:ext>
            </a:extLst>
          </p:cNvPr>
          <p:cNvSpPr txBox="1"/>
          <p:nvPr/>
        </p:nvSpPr>
        <p:spPr>
          <a:xfrm>
            <a:off x="322729" y="843584"/>
            <a:ext cx="11053483" cy="48320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ru-RU" sz="2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Цель:</a:t>
            </a:r>
          </a:p>
          <a:p>
            <a:pPr algn="just"/>
            <a:r>
              <a:rPr lang="ru-RU" sz="280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Arial" panose="020B0604020202020204" pitchFamily="34" charset="0"/>
              </a:rPr>
              <a:t>Разработка системы поиска шаблонов в данных портала GitHub.</a:t>
            </a:r>
            <a:endParaRPr lang="ru-RU" sz="2800" dirty="0">
              <a:effectLst/>
              <a:latin typeface="Times New Roman" panose="02020603050405020304" pitchFamily="18" charset="0"/>
              <a:ea typeface="Times New Roman" panose="02020603050405020304" pitchFamily="18" charset="0"/>
            </a:endParaRPr>
          </a:p>
          <a:p>
            <a:pPr algn="just"/>
            <a:endParaRPr lang="ru-RU" sz="2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just"/>
            <a:endParaRPr lang="ru-RU" sz="2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just"/>
            <a:r>
              <a:rPr lang="ru-RU" sz="2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Задачи:</a:t>
            </a:r>
            <a:endParaRPr lang="en-US" sz="28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450000" indent="-450000" algn="just">
              <a:buFont typeface="+mj-lt"/>
              <a:buAutoNum type="arabicPeriod"/>
            </a:pPr>
            <a:r>
              <a:rPr lang="ru-RU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Провести анализ и спецификацию предметной области.</a:t>
            </a:r>
          </a:p>
          <a:p>
            <a:pPr marL="450000" indent="-450000" algn="just">
              <a:buFont typeface="+mj-lt"/>
              <a:buAutoNum type="arabicPeriod"/>
            </a:pPr>
            <a:r>
              <a:rPr lang="ru-RU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Выполнить проектирование пользовательского интерфейса и архитектуры системы.</a:t>
            </a:r>
          </a:p>
          <a:p>
            <a:pPr marL="450000" indent="-450000" algn="just">
              <a:buFont typeface="+mj-lt"/>
              <a:buAutoNum type="arabicPeriod"/>
            </a:pPr>
            <a:r>
              <a:rPr lang="ru-RU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Реализовать систему поиска шаблонов.</a:t>
            </a:r>
          </a:p>
          <a:p>
            <a:pPr marL="450000" indent="-450000" algn="just">
              <a:buFont typeface="+mj-lt"/>
              <a:buAutoNum type="arabicPeriod"/>
            </a:pPr>
            <a:r>
              <a:rPr lang="ru-RU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Провести тестирование системы поиска шаблонов.</a:t>
            </a:r>
          </a:p>
          <a:p>
            <a:pPr marL="450000" indent="-450000" algn="just">
              <a:buFont typeface="+mj-lt"/>
              <a:buAutoNum type="arabicPeriod"/>
            </a:pPr>
            <a:r>
              <a:rPr lang="ru-RU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Провести эксперименты с применением разработанной системы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98C1EEC7-6DB5-14AE-FB79-2FBBA5BB162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ru-RU"/>
              <a:t>Система поиска шаблонов в данных GitHub</a:t>
            </a:r>
            <a:endParaRPr lang="ru-RU" dirty="0"/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28B64D5E-0FFB-8223-94ED-7478978EF76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EC09024-2147-4C4E-87D2-FF66EAF91B1A}" type="slidenum">
              <a:rPr lang="ru-RU" smtClean="0"/>
              <a:pPr/>
              <a:t>5</a:t>
            </a:fld>
            <a:r>
              <a:rPr lang="ru-RU" dirty="0"/>
              <a:t>/21</a:t>
            </a:r>
          </a:p>
        </p:txBody>
      </p:sp>
    </p:spTree>
    <p:extLst>
      <p:ext uri="{BB962C8B-B14F-4D97-AF65-F5344CB8AC3E}">
        <p14:creationId xmlns:p14="http://schemas.microsoft.com/office/powerpoint/2010/main" val="12996812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100B25DD-8CC4-48A0-A45C-A43464AB841D}"/>
              </a:ext>
            </a:extLst>
          </p:cNvPr>
          <p:cNvSpPr txBox="1"/>
          <p:nvPr/>
        </p:nvSpPr>
        <p:spPr>
          <a:xfrm>
            <a:off x="0" y="178561"/>
            <a:ext cx="1219200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ru-RU" sz="2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АНАЛИЗ ПРЕДМЕТНОЙ ОБЛАСТИ</a:t>
            </a:r>
          </a:p>
        </p:txBody>
      </p:sp>
      <p:sp>
        <p:nvSpPr>
          <p:cNvPr id="5" name="AutoShape 2" descr="{\displaystyle \mathrm {supp} (X)={\frac {|\{t\in T;X\subseteq t\}|}{|T|}}}"/>
          <p:cNvSpPr>
            <a:spLocks noChangeAspect="1" noChangeArrowheads="1"/>
          </p:cNvSpPr>
          <p:nvPr/>
        </p:nvSpPr>
        <p:spPr bwMode="auto">
          <a:xfrm>
            <a:off x="155575" y="-144463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ru-RU"/>
          </a:p>
        </p:txBody>
      </p:sp>
      <p:sp>
        <p:nvSpPr>
          <p:cNvPr id="6" name="AutoShape 4" descr="{\displaystyle \mathrm {supp} (X)={\frac {|\{t\in T;X\subseteq t\}|}{|T|}}}"/>
          <p:cNvSpPr>
            <a:spLocks noChangeAspect="1" noChangeArrowheads="1"/>
          </p:cNvSpPr>
          <p:nvPr/>
        </p:nvSpPr>
        <p:spPr bwMode="auto">
          <a:xfrm>
            <a:off x="307975" y="79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ru-RU"/>
          </a:p>
        </p:txBody>
      </p:sp>
      <p:pic>
        <p:nvPicPr>
          <p:cNvPr id="14" name="Рисунок 13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752990" y="2602262"/>
            <a:ext cx="3715219" cy="3303783"/>
          </a:xfrm>
          <a:prstGeom prst="rect">
            <a:avLst/>
          </a:prstGeom>
        </p:spPr>
      </p:pic>
      <p:pic>
        <p:nvPicPr>
          <p:cNvPr id="15" name="Рисунок 14"/>
          <p:cNvPicPr>
            <a:picLocks noChangeAspect="1"/>
          </p:cNvPicPr>
          <p:nvPr/>
        </p:nvPicPr>
        <p:blipFill rotWithShape="1">
          <a:blip r:embed="rId4"/>
          <a:srcRect l="13267" t="13197" r="8606" b="10332"/>
          <a:stretch/>
        </p:blipFill>
        <p:spPr>
          <a:xfrm>
            <a:off x="3177987" y="1557807"/>
            <a:ext cx="5836025" cy="485299"/>
          </a:xfrm>
          <a:prstGeom prst="rect">
            <a:avLst/>
          </a:prstGeom>
        </p:spPr>
      </p:pic>
      <p:pic>
        <p:nvPicPr>
          <p:cNvPr id="21" name="Рисунок 20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214551" y="2899132"/>
            <a:ext cx="4651090" cy="2594198"/>
          </a:xfrm>
          <a:prstGeom prst="rect">
            <a:avLst/>
          </a:prstGeom>
        </p:spPr>
      </p:pic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8B477AAD-5B4F-72B3-C4EA-72DB5721E76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ru-RU"/>
              <a:t>Система поиска шаблонов в данных GitHub</a:t>
            </a:r>
            <a:endParaRPr lang="ru-RU" dirty="0"/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0252FB5E-DF8C-FD06-0E3D-63B77A75B96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EC09024-2147-4C4E-87D2-FF66EAF91B1A}" type="slidenum">
              <a:rPr lang="ru-RU" smtClean="0"/>
              <a:pPr/>
              <a:t>6</a:t>
            </a:fld>
            <a:r>
              <a:rPr lang="ru-RU" dirty="0"/>
              <a:t>/21</a:t>
            </a:r>
          </a:p>
        </p:txBody>
      </p:sp>
    </p:spTree>
    <p:extLst>
      <p:ext uri="{BB962C8B-B14F-4D97-AF65-F5344CB8AC3E}">
        <p14:creationId xmlns:p14="http://schemas.microsoft.com/office/powerpoint/2010/main" val="327813880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100B25DD-8CC4-48A0-A45C-A43464AB841D}"/>
              </a:ext>
            </a:extLst>
          </p:cNvPr>
          <p:cNvSpPr txBox="1"/>
          <p:nvPr/>
        </p:nvSpPr>
        <p:spPr>
          <a:xfrm>
            <a:off x="0" y="73750"/>
            <a:ext cx="1219200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ru-RU" sz="2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АНАЛИЗ ПРЕДМЕТНОЙ ОБЛАСТИ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E0FBD0C3-B3C9-495C-9842-EB1B6C680096}"/>
              </a:ext>
            </a:extLst>
          </p:cNvPr>
          <p:cNvSpPr txBox="1"/>
          <p:nvPr/>
        </p:nvSpPr>
        <p:spPr>
          <a:xfrm>
            <a:off x="1351280" y="951431"/>
            <a:ext cx="3139652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Clickhouse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playground</a:t>
            </a:r>
            <a:endParaRPr lang="ru-RU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" name="AutoShape 2" descr="{\displaystyle \mathrm {supp} (X)={\frac {|\{t\in T;X\subseteq t\}|}{|T|}}}"/>
          <p:cNvSpPr>
            <a:spLocks noChangeAspect="1" noChangeArrowheads="1"/>
          </p:cNvSpPr>
          <p:nvPr/>
        </p:nvSpPr>
        <p:spPr bwMode="auto">
          <a:xfrm>
            <a:off x="155575" y="-144463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ru-RU"/>
          </a:p>
        </p:txBody>
      </p:sp>
      <p:sp>
        <p:nvSpPr>
          <p:cNvPr id="6" name="AutoShape 4" descr="{\displaystyle \mathrm {supp} (X)={\frac {|\{t\in T;X\subseteq t\}|}{|T|}}}"/>
          <p:cNvSpPr>
            <a:spLocks noChangeAspect="1" noChangeArrowheads="1"/>
          </p:cNvSpPr>
          <p:nvPr/>
        </p:nvSpPr>
        <p:spPr bwMode="auto">
          <a:xfrm>
            <a:off x="307975" y="79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ru-RU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CF72235F-5075-3EA0-DFA5-BBAC7F34378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51280" y="1507988"/>
            <a:ext cx="9489440" cy="4811532"/>
          </a:xfrm>
          <a:prstGeom prst="rect">
            <a:avLst/>
          </a:prstGeom>
        </p:spPr>
      </p:pic>
      <p:sp>
        <p:nvSpPr>
          <p:cNvPr id="12" name="Footer Placeholder 11">
            <a:extLst>
              <a:ext uri="{FF2B5EF4-FFF2-40B4-BE49-F238E27FC236}">
                <a16:creationId xmlns:a16="http://schemas.microsoft.com/office/drawing/2014/main" id="{2AD122A7-4BA9-6DED-10AE-114970F0E27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ru-RU"/>
              <a:t>Система поиска шаблонов в данных GitHub</a:t>
            </a:r>
            <a:endParaRPr lang="ru-RU" dirty="0"/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169980F4-B585-36B1-040B-89E1EC101CB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EC09024-2147-4C4E-87D2-FF66EAF91B1A}" type="slidenum">
              <a:rPr lang="ru-RU" smtClean="0"/>
              <a:pPr/>
              <a:t>7</a:t>
            </a:fld>
            <a:r>
              <a:rPr lang="ru-RU" dirty="0"/>
              <a:t>/21</a:t>
            </a:r>
          </a:p>
        </p:txBody>
      </p:sp>
    </p:spTree>
    <p:extLst>
      <p:ext uri="{BB962C8B-B14F-4D97-AF65-F5344CB8AC3E}">
        <p14:creationId xmlns:p14="http://schemas.microsoft.com/office/powerpoint/2010/main" val="270622374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100B25DD-8CC4-48A0-A45C-A43464AB841D}"/>
              </a:ext>
            </a:extLst>
          </p:cNvPr>
          <p:cNvSpPr txBox="1"/>
          <p:nvPr/>
        </p:nvSpPr>
        <p:spPr>
          <a:xfrm>
            <a:off x="-1" y="109525"/>
            <a:ext cx="1219200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ru-RU" sz="2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АНАЛИЗ ПРЕДМЕТНОЙ ОБЛАСТИ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E0FBD0C3-B3C9-495C-9842-EB1B6C680096}"/>
              </a:ext>
            </a:extLst>
          </p:cNvPr>
          <p:cNvSpPr txBox="1"/>
          <p:nvPr/>
        </p:nvSpPr>
        <p:spPr>
          <a:xfrm>
            <a:off x="1459651" y="1115957"/>
            <a:ext cx="1582474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Github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API</a:t>
            </a:r>
            <a:endParaRPr lang="ru-RU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" name="AutoShape 2" descr="{\displaystyle \mathrm {supp} (X)={\frac {|\{t\in T;X\subseteq t\}|}{|T|}}}"/>
          <p:cNvSpPr>
            <a:spLocks noChangeAspect="1" noChangeArrowheads="1"/>
          </p:cNvSpPr>
          <p:nvPr/>
        </p:nvSpPr>
        <p:spPr bwMode="auto">
          <a:xfrm>
            <a:off x="155575" y="-144463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ru-RU"/>
          </a:p>
        </p:txBody>
      </p:sp>
      <p:sp>
        <p:nvSpPr>
          <p:cNvPr id="6" name="AutoShape 4" descr="{\displaystyle \mathrm {supp} (X)={\frac {|\{t\in T;X\subseteq t\}|}{|T|}}}"/>
          <p:cNvSpPr>
            <a:spLocks noChangeAspect="1" noChangeArrowheads="1"/>
          </p:cNvSpPr>
          <p:nvPr/>
        </p:nvSpPr>
        <p:spPr bwMode="auto">
          <a:xfrm>
            <a:off x="307975" y="79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ru-RU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361471FA-019D-0B87-136C-BDEC343CB9C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59651" y="1636018"/>
            <a:ext cx="9272695" cy="4643677"/>
          </a:xfrm>
          <a:prstGeom prst="rect">
            <a:avLst/>
          </a:prstGeom>
        </p:spPr>
      </p:pic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9952E16D-C454-702C-877A-E1FA417E7E8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ru-RU"/>
              <a:t>Система поиска шаблонов в данных GitHub</a:t>
            </a:r>
            <a:endParaRPr lang="ru-RU" dirty="0"/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B7324E1D-788C-3E3F-4369-43CAD315837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EC09024-2147-4C4E-87D2-FF66EAF91B1A}" type="slidenum">
              <a:rPr lang="ru-RU" smtClean="0"/>
              <a:pPr/>
              <a:t>8</a:t>
            </a:fld>
            <a:r>
              <a:rPr lang="ru-RU" dirty="0"/>
              <a:t>/21</a:t>
            </a:r>
          </a:p>
        </p:txBody>
      </p:sp>
    </p:spTree>
    <p:extLst>
      <p:ext uri="{BB962C8B-B14F-4D97-AF65-F5344CB8AC3E}">
        <p14:creationId xmlns:p14="http://schemas.microsoft.com/office/powerpoint/2010/main" val="396104960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oter Placeholder 1">
            <a:extLst>
              <a:ext uri="{FF2B5EF4-FFF2-40B4-BE49-F238E27FC236}">
                <a16:creationId xmlns:a16="http://schemas.microsoft.com/office/drawing/2014/main" id="{BC39E563-E5EC-7AAC-95F3-EB89210C038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ru-RU"/>
              <a:t>Система поиска шаблонов в данных GitHub</a:t>
            </a:r>
            <a:endParaRPr lang="ru-RU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6CE8525D-76BF-D2B5-F66E-1F8F6317FFA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EC09024-2147-4C4E-87D2-FF66EAF91B1A}" type="slidenum">
              <a:rPr lang="ru-RU" smtClean="0"/>
              <a:pPr/>
              <a:t>9</a:t>
            </a:fld>
            <a:r>
              <a:rPr lang="ru-RU" dirty="0"/>
              <a:t>/21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566B8F57-4B11-7470-1F3C-02535B391D59}"/>
              </a:ext>
            </a:extLst>
          </p:cNvPr>
          <p:cNvSpPr txBox="1"/>
          <p:nvPr/>
        </p:nvSpPr>
        <p:spPr>
          <a:xfrm>
            <a:off x="-1" y="109525"/>
            <a:ext cx="1219200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ru-RU" sz="2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ПРИМЕНЕНИЕ АЛГОРИТМА К ДАННЫМ</a:t>
            </a:r>
          </a:p>
        </p:txBody>
      </p:sp>
      <p:graphicFrame>
        <p:nvGraphicFramePr>
          <p:cNvPr id="8" name="Table 7">
            <a:extLst>
              <a:ext uri="{FF2B5EF4-FFF2-40B4-BE49-F238E27FC236}">
                <a16:creationId xmlns:a16="http://schemas.microsoft.com/office/drawing/2014/main" id="{490C9C04-88CE-BD30-B229-EBAA54E0FE3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095150650"/>
              </p:ext>
            </p:extLst>
          </p:nvPr>
        </p:nvGraphicFramePr>
        <p:xfrm>
          <a:off x="547187" y="3924013"/>
          <a:ext cx="4815841" cy="1931670"/>
        </p:xfrm>
        <a:graphic>
          <a:graphicData uri="http://schemas.openxmlformats.org/drawingml/2006/table">
            <a:tbl>
              <a:tblPr firstRow="1" firstCol="1" bandRow="1">
                <a:tableStyleId>{5940675A-B579-460E-94D1-54222C63F5DA}</a:tableStyleId>
              </a:tblPr>
              <a:tblGrid>
                <a:gridCol w="613302">
                  <a:extLst>
                    <a:ext uri="{9D8B030D-6E8A-4147-A177-3AD203B41FA5}">
                      <a16:colId xmlns:a16="http://schemas.microsoft.com/office/drawing/2014/main" val="128433378"/>
                    </a:ext>
                  </a:extLst>
                </a:gridCol>
                <a:gridCol w="1231448">
                  <a:extLst>
                    <a:ext uri="{9D8B030D-6E8A-4147-A177-3AD203B41FA5}">
                      <a16:colId xmlns:a16="http://schemas.microsoft.com/office/drawing/2014/main" val="3602991558"/>
                    </a:ext>
                  </a:extLst>
                </a:gridCol>
                <a:gridCol w="1284980">
                  <a:extLst>
                    <a:ext uri="{9D8B030D-6E8A-4147-A177-3AD203B41FA5}">
                      <a16:colId xmlns:a16="http://schemas.microsoft.com/office/drawing/2014/main" val="3858208282"/>
                    </a:ext>
                  </a:extLst>
                </a:gridCol>
                <a:gridCol w="1686111">
                  <a:extLst>
                    <a:ext uri="{9D8B030D-6E8A-4147-A177-3AD203B41FA5}">
                      <a16:colId xmlns:a16="http://schemas.microsoft.com/office/drawing/2014/main" val="1774450716"/>
                    </a:ext>
                  </a:extLst>
                </a:gridCol>
              </a:tblGrid>
              <a:tr h="299195">
                <a:tc>
                  <a:txBody>
                    <a:bodyPr/>
                    <a:lstStyle/>
                    <a:p>
                      <a:pPr indent="0" algn="ctr">
                        <a:lnSpc>
                          <a:spcPct val="150000"/>
                        </a:lnSpc>
                      </a:pPr>
                      <a:r>
                        <a:rPr lang="ru-RU" sz="1600" dirty="0" err="1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Tid</a:t>
                      </a:r>
                      <a:endParaRPr lang="ru-RU" sz="16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indent="0" algn="ctr">
                        <a:lnSpc>
                          <a:spcPct val="150000"/>
                        </a:lnSpc>
                      </a:pPr>
                      <a:r>
                        <a:rPr lang="ru-RU" sz="1600" dirty="0" err="1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Pushes</a:t>
                      </a:r>
                      <a:endParaRPr lang="ru-RU" sz="16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indent="0" algn="ctr">
                        <a:lnSpc>
                          <a:spcPct val="150000"/>
                        </a:lnSpc>
                      </a:pPr>
                      <a:r>
                        <a:rPr lang="ru-RU" sz="1600" dirty="0" err="1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Issues</a:t>
                      </a:r>
                      <a:endParaRPr lang="ru-RU" sz="16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indent="0" algn="ctr">
                        <a:lnSpc>
                          <a:spcPct val="150000"/>
                        </a:lnSpc>
                      </a:pPr>
                      <a:r>
                        <a:rPr lang="en-US" sz="160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Stars</a:t>
                      </a:r>
                      <a:endParaRPr lang="ru-RU" sz="16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2035017711"/>
                  </a:ext>
                </a:extLst>
              </a:tr>
              <a:tr h="299195">
                <a:tc>
                  <a:txBody>
                    <a:bodyPr/>
                    <a:lstStyle/>
                    <a:p>
                      <a:pPr indent="0" algn="ctr">
                        <a:lnSpc>
                          <a:spcPct val="150000"/>
                        </a:lnSpc>
                      </a:pPr>
                      <a:r>
                        <a:rPr lang="ru-RU" sz="160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</a:t>
                      </a:r>
                      <a:endParaRPr lang="ru-RU" sz="16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60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10</a:t>
                      </a:r>
                      <a:endParaRPr lang="ru-RU" sz="16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60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0</a:t>
                      </a:r>
                      <a:endParaRPr lang="ru-RU" sz="16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60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100</a:t>
                      </a:r>
                      <a:endParaRPr lang="ru-RU" sz="16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150901722"/>
                  </a:ext>
                </a:extLst>
              </a:tr>
              <a:tr h="299195">
                <a:tc>
                  <a:txBody>
                    <a:bodyPr/>
                    <a:lstStyle/>
                    <a:p>
                      <a:pPr indent="0" algn="ctr">
                        <a:lnSpc>
                          <a:spcPct val="150000"/>
                        </a:lnSpc>
                      </a:pPr>
                      <a:r>
                        <a:rPr lang="ru-RU" sz="160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2</a:t>
                      </a:r>
                      <a:endParaRPr lang="ru-RU" sz="16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60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10</a:t>
                      </a:r>
                      <a:endParaRPr lang="ru-RU" sz="16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60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5</a:t>
                      </a:r>
                      <a:endParaRPr lang="ru-RU" sz="16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60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100</a:t>
                      </a:r>
                      <a:endParaRPr lang="ru-RU" sz="16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2271882568"/>
                  </a:ext>
                </a:extLst>
              </a:tr>
              <a:tr h="299195">
                <a:tc>
                  <a:txBody>
                    <a:bodyPr/>
                    <a:lstStyle/>
                    <a:p>
                      <a:pPr indent="0" algn="ctr">
                        <a:lnSpc>
                          <a:spcPct val="150000"/>
                        </a:lnSpc>
                      </a:pPr>
                      <a:r>
                        <a:rPr lang="ru-RU" sz="160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3</a:t>
                      </a:r>
                      <a:endParaRPr lang="ru-RU" sz="16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60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5</a:t>
                      </a:r>
                      <a:endParaRPr lang="ru-RU" sz="16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60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10</a:t>
                      </a:r>
                      <a:endParaRPr lang="ru-RU" sz="16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60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25</a:t>
                      </a:r>
                      <a:endParaRPr lang="ru-RU" sz="16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4146230247"/>
                  </a:ext>
                </a:extLst>
              </a:tr>
              <a:tr h="299195">
                <a:tc>
                  <a:txBody>
                    <a:bodyPr/>
                    <a:lstStyle/>
                    <a:p>
                      <a:pPr indent="0" algn="ctr">
                        <a:lnSpc>
                          <a:spcPct val="150000"/>
                        </a:lnSpc>
                      </a:pPr>
                      <a:r>
                        <a:rPr lang="ru-RU" sz="160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4</a:t>
                      </a:r>
                      <a:endParaRPr lang="ru-RU" sz="16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60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5</a:t>
                      </a:r>
                      <a:endParaRPr lang="ru-RU" sz="16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60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10</a:t>
                      </a:r>
                      <a:endParaRPr lang="ru-RU" sz="16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60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50</a:t>
                      </a:r>
                      <a:endParaRPr lang="ru-RU" sz="16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1793951609"/>
                  </a:ext>
                </a:extLst>
              </a:tr>
              <a:tr h="299195">
                <a:tc>
                  <a:txBody>
                    <a:bodyPr/>
                    <a:lstStyle/>
                    <a:p>
                      <a:pPr indent="0" algn="ctr">
                        <a:lnSpc>
                          <a:spcPct val="150000"/>
                        </a:lnSpc>
                      </a:pPr>
                      <a:r>
                        <a:rPr lang="ru-RU" sz="160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5</a:t>
                      </a:r>
                      <a:endParaRPr lang="ru-RU" sz="16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60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10</a:t>
                      </a:r>
                      <a:endParaRPr lang="ru-RU" sz="16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60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0</a:t>
                      </a:r>
                      <a:endParaRPr lang="ru-RU" sz="16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60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100</a:t>
                      </a:r>
                      <a:endParaRPr lang="ru-RU" sz="16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3235747547"/>
                  </a:ext>
                </a:extLst>
              </a:tr>
            </a:tbl>
          </a:graphicData>
        </a:graphic>
      </p:graphicFrame>
      <p:sp>
        <p:nvSpPr>
          <p:cNvPr id="12" name="Arrow: Right 11">
            <a:extLst>
              <a:ext uri="{FF2B5EF4-FFF2-40B4-BE49-F238E27FC236}">
                <a16:creationId xmlns:a16="http://schemas.microsoft.com/office/drawing/2014/main" id="{72800112-B80B-23EE-E1B2-753ED0465DE9}"/>
              </a:ext>
            </a:extLst>
          </p:cNvPr>
          <p:cNvSpPr/>
          <p:nvPr/>
        </p:nvSpPr>
        <p:spPr>
          <a:xfrm>
            <a:off x="5621867" y="4681884"/>
            <a:ext cx="948266" cy="365125"/>
          </a:xfrm>
          <a:prstGeom prst="rightArrow">
            <a:avLst/>
          </a:prstGeom>
          <a:solidFill>
            <a:schemeClr val="bg1"/>
          </a:solidFill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BBA7143F-7A55-0349-7137-2E2292A55C12}"/>
              </a:ext>
            </a:extLst>
          </p:cNvPr>
          <p:cNvSpPr txBox="1"/>
          <p:nvPr/>
        </p:nvSpPr>
        <p:spPr>
          <a:xfrm>
            <a:off x="5621867" y="4263986"/>
            <a:ext cx="83989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err="1"/>
              <a:t>Apriori</a:t>
            </a:r>
            <a:endParaRPr lang="ru-RU" dirty="0"/>
          </a:p>
        </p:txBody>
      </p:sp>
      <p:graphicFrame>
        <p:nvGraphicFramePr>
          <p:cNvPr id="14" name="Table 13">
            <a:extLst>
              <a:ext uri="{FF2B5EF4-FFF2-40B4-BE49-F238E27FC236}">
                <a16:creationId xmlns:a16="http://schemas.microsoft.com/office/drawing/2014/main" id="{8C1AFB65-06A6-315A-D758-67A4966621E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820543423"/>
              </p:ext>
            </p:extLst>
          </p:nvPr>
        </p:nvGraphicFramePr>
        <p:xfrm>
          <a:off x="6762690" y="4318573"/>
          <a:ext cx="5199017" cy="1091746"/>
        </p:xfrm>
        <a:graphic>
          <a:graphicData uri="http://schemas.openxmlformats.org/drawingml/2006/table">
            <a:tbl>
              <a:tblPr firstRow="1" firstCol="1" bandRow="1">
                <a:tableStyleId>{5940675A-B579-460E-94D1-54222C63F5DA}</a:tableStyleId>
              </a:tblPr>
              <a:tblGrid>
                <a:gridCol w="297448">
                  <a:extLst>
                    <a:ext uri="{9D8B030D-6E8A-4147-A177-3AD203B41FA5}">
                      <a16:colId xmlns:a16="http://schemas.microsoft.com/office/drawing/2014/main" val="554624695"/>
                    </a:ext>
                  </a:extLst>
                </a:gridCol>
                <a:gridCol w="1706675">
                  <a:extLst>
                    <a:ext uri="{9D8B030D-6E8A-4147-A177-3AD203B41FA5}">
                      <a16:colId xmlns:a16="http://schemas.microsoft.com/office/drawing/2014/main" val="4200375326"/>
                    </a:ext>
                  </a:extLst>
                </a:gridCol>
                <a:gridCol w="1085445">
                  <a:extLst>
                    <a:ext uri="{9D8B030D-6E8A-4147-A177-3AD203B41FA5}">
                      <a16:colId xmlns:a16="http://schemas.microsoft.com/office/drawing/2014/main" val="1710308964"/>
                    </a:ext>
                  </a:extLst>
                </a:gridCol>
                <a:gridCol w="832856">
                  <a:extLst>
                    <a:ext uri="{9D8B030D-6E8A-4147-A177-3AD203B41FA5}">
                      <a16:colId xmlns:a16="http://schemas.microsoft.com/office/drawing/2014/main" val="2728156721"/>
                    </a:ext>
                  </a:extLst>
                </a:gridCol>
                <a:gridCol w="1276593">
                  <a:extLst>
                    <a:ext uri="{9D8B030D-6E8A-4147-A177-3AD203B41FA5}">
                      <a16:colId xmlns:a16="http://schemas.microsoft.com/office/drawing/2014/main" val="3682474319"/>
                    </a:ext>
                  </a:extLst>
                </a:gridCol>
              </a:tblGrid>
              <a:tr h="498076">
                <a:tc>
                  <a:txBody>
                    <a:bodyPr/>
                    <a:lstStyle/>
                    <a:p>
                      <a:pPr indent="0" algn="just">
                        <a:lnSpc>
                          <a:spcPct val="100000"/>
                        </a:lnSpc>
                      </a:pPr>
                      <a:r>
                        <a:rPr lang="ru-RU" sz="140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№</a:t>
                      </a:r>
                      <a:endParaRPr lang="ru-RU" sz="14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indent="0" algn="ctr">
                        <a:lnSpc>
                          <a:spcPct val="100000"/>
                        </a:lnSpc>
                      </a:pPr>
                      <a:r>
                        <a:rPr lang="ru-RU" sz="140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Антецедент</a:t>
                      </a:r>
                      <a:endParaRPr lang="ru-RU" sz="1400" b="1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indent="0" algn="ctr">
                        <a:lnSpc>
                          <a:spcPct val="100000"/>
                        </a:lnSpc>
                      </a:pPr>
                      <a:r>
                        <a:rPr lang="ru-RU" sz="1400" dirty="0" err="1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Консеквент</a:t>
                      </a:r>
                      <a:endParaRPr lang="ru-RU" sz="14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indent="0" algn="ctr">
                        <a:lnSpc>
                          <a:spcPct val="100000"/>
                        </a:lnSpc>
                      </a:pPr>
                      <a:r>
                        <a:rPr lang="ru-RU" sz="1400" dirty="0" err="1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Поддер-жка</a:t>
                      </a:r>
                      <a:endParaRPr lang="ru-RU" sz="14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indent="0" algn="ctr">
                        <a:lnSpc>
                          <a:spcPct val="100000"/>
                        </a:lnSpc>
                      </a:pPr>
                      <a:r>
                        <a:rPr lang="ru-RU" sz="140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Достоверность</a:t>
                      </a:r>
                      <a:endParaRPr lang="ru-RU" sz="14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3007778650"/>
                  </a:ext>
                </a:extLst>
              </a:tr>
              <a:tr h="344632">
                <a:tc>
                  <a:txBody>
                    <a:bodyPr/>
                    <a:lstStyle/>
                    <a:p>
                      <a:pPr indent="0" algn="ctr">
                        <a:lnSpc>
                          <a:spcPct val="100000"/>
                        </a:lnSpc>
                      </a:pPr>
                      <a:r>
                        <a:rPr lang="ru-RU" sz="140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</a:t>
                      </a:r>
                      <a:endParaRPr lang="ru-RU" sz="14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indent="0">
                        <a:lnSpc>
                          <a:spcPct val="100000"/>
                        </a:lnSpc>
                      </a:pPr>
                      <a:r>
                        <a:rPr lang="ru-RU" sz="140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{</a:t>
                      </a:r>
                      <a:r>
                        <a:rPr lang="ru-RU" sz="1400" dirty="0" err="1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Pushes</a:t>
                      </a:r>
                      <a:r>
                        <a:rPr lang="ru-RU" sz="140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 10, </a:t>
                      </a:r>
                      <a:r>
                        <a:rPr lang="ru-RU" sz="1400" dirty="0" err="1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Issues</a:t>
                      </a:r>
                      <a:r>
                        <a:rPr lang="ru-RU" sz="140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 0}</a:t>
                      </a:r>
                      <a:endParaRPr lang="ru-RU" sz="14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indent="0">
                        <a:lnSpc>
                          <a:spcPct val="100000"/>
                        </a:lnSpc>
                      </a:pPr>
                      <a:r>
                        <a:rPr lang="en-US" sz="140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Stars</a:t>
                      </a:r>
                      <a:r>
                        <a:rPr lang="ru-RU" sz="140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 100</a:t>
                      </a:r>
                      <a:endParaRPr lang="ru-RU" sz="14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indent="0" algn="ctr">
                        <a:lnSpc>
                          <a:spcPct val="100000"/>
                        </a:lnSpc>
                      </a:pPr>
                      <a:r>
                        <a:rPr lang="ru-RU" sz="140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0,4</a:t>
                      </a:r>
                      <a:endParaRPr lang="ru-RU" sz="14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indent="0" algn="ctr">
                        <a:lnSpc>
                          <a:spcPct val="100000"/>
                        </a:lnSpc>
                      </a:pPr>
                      <a:r>
                        <a:rPr lang="ru-RU" sz="140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</a:t>
                      </a:r>
                      <a:endParaRPr lang="ru-RU" sz="14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2111007592"/>
                  </a:ext>
                </a:extLst>
              </a:tr>
              <a:tr h="249038">
                <a:tc>
                  <a:txBody>
                    <a:bodyPr/>
                    <a:lstStyle/>
                    <a:p>
                      <a:pPr indent="0" algn="ctr">
                        <a:lnSpc>
                          <a:spcPct val="100000"/>
                        </a:lnSpc>
                      </a:pPr>
                      <a:r>
                        <a:rPr lang="ru-RU" sz="140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2</a:t>
                      </a:r>
                      <a:endParaRPr lang="ru-RU" sz="14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indent="0">
                        <a:lnSpc>
                          <a:spcPct val="100000"/>
                        </a:lnSpc>
                      </a:pPr>
                      <a:r>
                        <a:rPr lang="ru-RU" sz="140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{</a:t>
                      </a:r>
                      <a:r>
                        <a:rPr lang="ru-RU" sz="1400" dirty="0" err="1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Pushes</a:t>
                      </a:r>
                      <a:r>
                        <a:rPr lang="ru-RU" sz="140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 5, </a:t>
                      </a:r>
                      <a:r>
                        <a:rPr lang="ru-RU" sz="1400" dirty="0" err="1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Issues</a:t>
                      </a:r>
                      <a:r>
                        <a:rPr lang="ru-RU" sz="140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 10}</a:t>
                      </a:r>
                      <a:endParaRPr lang="ru-RU" sz="14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indent="0">
                        <a:lnSpc>
                          <a:spcPct val="100000"/>
                        </a:lnSpc>
                      </a:pPr>
                      <a:r>
                        <a:rPr lang="en-US" sz="140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Stars</a:t>
                      </a:r>
                      <a:r>
                        <a:rPr lang="ru-RU" sz="140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 50</a:t>
                      </a:r>
                      <a:endParaRPr lang="ru-RU" sz="14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indent="0" algn="ctr">
                        <a:lnSpc>
                          <a:spcPct val="100000"/>
                        </a:lnSpc>
                      </a:pPr>
                      <a:r>
                        <a:rPr lang="ru-RU" sz="140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0,2</a:t>
                      </a:r>
                      <a:endParaRPr lang="ru-RU" sz="14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indent="0" algn="ctr">
                        <a:lnSpc>
                          <a:spcPct val="100000"/>
                        </a:lnSpc>
                      </a:pPr>
                      <a:r>
                        <a:rPr lang="ru-RU" sz="140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0,5</a:t>
                      </a:r>
                      <a:endParaRPr lang="ru-RU" sz="14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3513293124"/>
                  </a:ext>
                </a:extLst>
              </a:tr>
            </a:tbl>
          </a:graphicData>
        </a:graphic>
      </p:graphicFrame>
      <p:pic>
        <p:nvPicPr>
          <p:cNvPr id="16" name="Picture 15">
            <a:extLst>
              <a:ext uri="{FF2B5EF4-FFF2-40B4-BE49-F238E27FC236}">
                <a16:creationId xmlns:a16="http://schemas.microsoft.com/office/drawing/2014/main" id="{9B77D58E-DB9F-0C38-ED4E-1591457C9A5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68809" y="1138820"/>
            <a:ext cx="2034699" cy="1795168"/>
          </a:xfrm>
          <a:prstGeom prst="rect">
            <a:avLst/>
          </a:prstGeom>
        </p:spPr>
      </p:pic>
      <p:sp>
        <p:nvSpPr>
          <p:cNvPr id="17" name="Arrow: Right 16">
            <a:extLst>
              <a:ext uri="{FF2B5EF4-FFF2-40B4-BE49-F238E27FC236}">
                <a16:creationId xmlns:a16="http://schemas.microsoft.com/office/drawing/2014/main" id="{4023FE6C-A8E6-C61C-9459-147846474B57}"/>
              </a:ext>
            </a:extLst>
          </p:cNvPr>
          <p:cNvSpPr/>
          <p:nvPr/>
        </p:nvSpPr>
        <p:spPr>
          <a:xfrm rot="5400000">
            <a:off x="2510821" y="3152487"/>
            <a:ext cx="696020" cy="365125"/>
          </a:xfrm>
          <a:prstGeom prst="rightArrow">
            <a:avLst/>
          </a:prstGeom>
          <a:solidFill>
            <a:schemeClr val="bg1"/>
          </a:solidFill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77D5F3A5-53B2-8325-8A8F-A7C864202B18}"/>
              </a:ext>
            </a:extLst>
          </p:cNvPr>
          <p:cNvSpPr txBox="1"/>
          <p:nvPr/>
        </p:nvSpPr>
        <p:spPr>
          <a:xfrm>
            <a:off x="2342364" y="2026288"/>
            <a:ext cx="103293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/>
              <a:t>Сервисы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D116B4F9-A567-1B7C-CB1B-145001B619EA}"/>
              </a:ext>
            </a:extLst>
          </p:cNvPr>
          <p:cNvSpPr txBox="1"/>
          <p:nvPr/>
        </p:nvSpPr>
        <p:spPr>
          <a:xfrm>
            <a:off x="3041394" y="3122370"/>
            <a:ext cx="128016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SQL</a:t>
            </a:r>
            <a:r>
              <a:rPr lang="ru-RU" dirty="0"/>
              <a:t> + </a:t>
            </a:r>
            <a:r>
              <a:rPr lang="en-US" dirty="0"/>
              <a:t>HTTP</a:t>
            </a: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258733656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100B25DD-8CC4-48A0-A45C-A43464AB841D}"/>
              </a:ext>
            </a:extLst>
          </p:cNvPr>
          <p:cNvSpPr txBox="1"/>
          <p:nvPr/>
        </p:nvSpPr>
        <p:spPr>
          <a:xfrm>
            <a:off x="0" y="0"/>
            <a:ext cx="1219200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ru-RU" sz="2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ДИАГРАММА ВАРИАНТОВ ИСПОЛЬЗОВАНИЯ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58AFD9A4-E09C-4265-4AD3-8D63473737C6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805305" y="1174345"/>
            <a:ext cx="8581390" cy="4960997"/>
          </a:xfrm>
          <a:prstGeom prst="rect">
            <a:avLst/>
          </a:prstGeom>
          <a:noFill/>
          <a:ln>
            <a:noFill/>
          </a:ln>
        </p:spPr>
      </p:pic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5918B98-9227-E89E-4216-E97AC57E0EC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ru-RU"/>
              <a:t>Система поиска шаблонов в данных GitHub</a:t>
            </a:r>
            <a:endParaRPr lang="ru-RU" dirty="0"/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CE171089-D0F0-A0F1-70B8-DD1E3B11651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EC09024-2147-4C4E-87D2-FF66EAF91B1A}" type="slidenum">
              <a:rPr lang="ru-RU" smtClean="0"/>
              <a:pPr/>
              <a:t>10</a:t>
            </a:fld>
            <a:r>
              <a:rPr lang="ru-RU" dirty="0"/>
              <a:t>/21</a:t>
            </a:r>
          </a:p>
        </p:txBody>
      </p:sp>
    </p:spTree>
    <p:extLst>
      <p:ext uri="{BB962C8B-B14F-4D97-AF65-F5344CB8AC3E}">
        <p14:creationId xmlns:p14="http://schemas.microsoft.com/office/powerpoint/2010/main" val="1136029519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100B25DD-8CC4-48A0-A45C-A43464AB841D}"/>
              </a:ext>
            </a:extLst>
          </p:cNvPr>
          <p:cNvSpPr txBox="1"/>
          <p:nvPr/>
        </p:nvSpPr>
        <p:spPr>
          <a:xfrm>
            <a:off x="0" y="0"/>
            <a:ext cx="1219200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ru-RU" sz="2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АРХИТЕКТУРА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809FA319-53B1-BCC2-247D-A699B2E21667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018982" y="804459"/>
            <a:ext cx="8154036" cy="5361323"/>
          </a:xfrm>
          <a:prstGeom prst="rect">
            <a:avLst/>
          </a:prstGeom>
          <a:noFill/>
          <a:ln>
            <a:noFill/>
          </a:ln>
        </p:spPr>
      </p:pic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8700C46C-D356-0043-0F28-0736377B9B3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ru-RU"/>
              <a:t>Система поиска шаблонов в данных GitHub</a:t>
            </a:r>
            <a:endParaRPr lang="ru-RU" dirty="0"/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BF9BEB9B-0EED-CEF8-AF80-268091C4C3E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EC09024-2147-4C4E-87D2-FF66EAF91B1A}" type="slidenum">
              <a:rPr lang="ru-RU" smtClean="0"/>
              <a:pPr/>
              <a:t>11</a:t>
            </a:fld>
            <a:r>
              <a:rPr lang="ru-RU" dirty="0"/>
              <a:t>/21</a:t>
            </a:r>
          </a:p>
        </p:txBody>
      </p:sp>
    </p:spTree>
    <p:extLst>
      <p:ext uri="{BB962C8B-B14F-4D97-AF65-F5344CB8AC3E}">
        <p14:creationId xmlns:p14="http://schemas.microsoft.com/office/powerpoint/2010/main" val="3559536693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B7BF36CC-5F4F-EF33-AA74-90EA95756E4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616825397"/>
              </p:ext>
            </p:extLst>
          </p:nvPr>
        </p:nvGraphicFramePr>
        <p:xfrm>
          <a:off x="2133600" y="1247986"/>
          <a:ext cx="7672070" cy="2133600"/>
        </p:xfrm>
        <a:graphic>
          <a:graphicData uri="http://schemas.openxmlformats.org/drawingml/2006/table">
            <a:tbl>
              <a:tblPr firstRow="1" firstCol="1" bandRow="1">
                <a:tableStyleId>{5940675A-B579-460E-94D1-54222C63F5DA}</a:tableStyleId>
              </a:tblPr>
              <a:tblGrid>
                <a:gridCol w="2452353">
                  <a:extLst>
                    <a:ext uri="{9D8B030D-6E8A-4147-A177-3AD203B41FA5}">
                      <a16:colId xmlns:a16="http://schemas.microsoft.com/office/drawing/2014/main" val="1540626529"/>
                    </a:ext>
                  </a:extLst>
                </a:gridCol>
                <a:gridCol w="800232">
                  <a:extLst>
                    <a:ext uri="{9D8B030D-6E8A-4147-A177-3AD203B41FA5}">
                      <a16:colId xmlns:a16="http://schemas.microsoft.com/office/drawing/2014/main" val="1058532723"/>
                    </a:ext>
                  </a:extLst>
                </a:gridCol>
                <a:gridCol w="4419485">
                  <a:extLst>
                    <a:ext uri="{9D8B030D-6E8A-4147-A177-3AD203B41FA5}">
                      <a16:colId xmlns:a16="http://schemas.microsoft.com/office/drawing/2014/main" val="1658150677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/>
                      <a:r>
                        <a:rPr lang="ru-RU" sz="140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Атрибут</a:t>
                      </a:r>
                      <a:endParaRPr lang="ru-RU" sz="1400" b="1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40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Тип данных</a:t>
                      </a:r>
                      <a:endParaRPr lang="ru-RU" sz="1400" b="1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40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Семантика</a:t>
                      </a:r>
                      <a:endParaRPr lang="ru-RU" sz="1400" b="1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3693032744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ru-RU" sz="140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pushes</a:t>
                      </a:r>
                      <a:endParaRPr lang="ru-RU" sz="14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r>
                        <a:rPr lang="ru-RU" sz="140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Число</a:t>
                      </a:r>
                      <a:endParaRPr lang="ru-RU" sz="14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r>
                        <a:rPr lang="ru-RU" sz="140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Количество отправленных изменений (</a:t>
                      </a:r>
                      <a:r>
                        <a:rPr lang="ru-RU" sz="1400" dirty="0" err="1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pushes</a:t>
                      </a:r>
                      <a:r>
                        <a:rPr lang="ru-RU" sz="140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) в репозиторий</a:t>
                      </a:r>
                      <a:endParaRPr lang="ru-RU" sz="14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2298570547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ru-RU" sz="1400" dirty="0" err="1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avg_push_size</a:t>
                      </a:r>
                      <a:endParaRPr lang="ru-RU" sz="14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r>
                        <a:rPr lang="ru-RU" sz="140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Число</a:t>
                      </a:r>
                      <a:endParaRPr lang="ru-RU" sz="14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r>
                        <a:rPr lang="ru-RU" sz="140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Средний размер отправленных изменений (pushes)</a:t>
                      </a:r>
                      <a:endParaRPr lang="ru-RU" sz="14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1672261219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ru-RU" sz="1400" dirty="0" err="1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pull_requests</a:t>
                      </a:r>
                      <a:endParaRPr lang="ru-RU" sz="14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r>
                        <a:rPr lang="ru-RU" sz="140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Число</a:t>
                      </a:r>
                      <a:endParaRPr lang="ru-RU" sz="14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r>
                        <a:rPr lang="ru-RU" sz="140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Количество запросов на внесение изменений (pull requests)</a:t>
                      </a:r>
                      <a:endParaRPr lang="ru-RU" sz="14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734987367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ru-RU" sz="1400" dirty="0" err="1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merged_pull_requests_ratio</a:t>
                      </a:r>
                      <a:endParaRPr lang="ru-RU" sz="14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r>
                        <a:rPr lang="ru-RU" sz="140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Число</a:t>
                      </a:r>
                      <a:endParaRPr lang="ru-RU" sz="14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r>
                        <a:rPr lang="ru-RU" sz="140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Отношение успешно принятых запросов на внесение изменений (</a:t>
                      </a:r>
                      <a:r>
                        <a:rPr lang="ru-RU" sz="1400" dirty="0" err="1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pull</a:t>
                      </a:r>
                      <a:r>
                        <a:rPr lang="ru-RU" sz="140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ru-RU" sz="1400" dirty="0" err="1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requests</a:t>
                      </a:r>
                      <a:r>
                        <a:rPr lang="ru-RU" sz="140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) к общему числу таких запросов</a:t>
                      </a:r>
                      <a:endParaRPr lang="ru-RU" sz="14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2069057979"/>
                  </a:ext>
                </a:extLst>
              </a:tr>
            </a:tbl>
          </a:graphicData>
        </a:graphic>
      </p:graphicFrame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B569CDED-8AE1-E809-599B-A96351ADA4F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355597408"/>
              </p:ext>
            </p:extLst>
          </p:nvPr>
        </p:nvGraphicFramePr>
        <p:xfrm>
          <a:off x="2133599" y="3379046"/>
          <a:ext cx="7672068" cy="2898140"/>
        </p:xfrm>
        <a:graphic>
          <a:graphicData uri="http://schemas.openxmlformats.org/drawingml/2006/table">
            <a:tbl>
              <a:tblPr firstRow="1" firstCol="1" bandRow="1">
                <a:tableStyleId>{5940675A-B579-460E-94D1-54222C63F5DA}</a:tableStyleId>
              </a:tblPr>
              <a:tblGrid>
                <a:gridCol w="2452352">
                  <a:extLst>
                    <a:ext uri="{9D8B030D-6E8A-4147-A177-3AD203B41FA5}">
                      <a16:colId xmlns:a16="http://schemas.microsoft.com/office/drawing/2014/main" val="1533574516"/>
                    </a:ext>
                  </a:extLst>
                </a:gridCol>
                <a:gridCol w="800232">
                  <a:extLst>
                    <a:ext uri="{9D8B030D-6E8A-4147-A177-3AD203B41FA5}">
                      <a16:colId xmlns:a16="http://schemas.microsoft.com/office/drawing/2014/main" val="2388763894"/>
                    </a:ext>
                  </a:extLst>
                </a:gridCol>
                <a:gridCol w="4419484">
                  <a:extLst>
                    <a:ext uri="{9D8B030D-6E8A-4147-A177-3AD203B41FA5}">
                      <a16:colId xmlns:a16="http://schemas.microsoft.com/office/drawing/2014/main" val="1032431029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r>
                        <a:rPr lang="ru-RU" sz="1400" dirty="0" err="1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issues</a:t>
                      </a:r>
                      <a:endParaRPr lang="ru-RU" sz="14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r>
                        <a:rPr lang="ru-RU" sz="140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Число</a:t>
                      </a:r>
                      <a:endParaRPr lang="ru-RU" sz="14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r>
                        <a:rPr lang="ru-RU" sz="140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Количество созданных вопросов или проблем (issues)</a:t>
                      </a:r>
                      <a:endParaRPr lang="ru-RU" sz="14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3890829921"/>
                  </a:ext>
                </a:extLst>
              </a:tr>
              <a:tr h="276225">
                <a:tc>
                  <a:txBody>
                    <a:bodyPr/>
                    <a:lstStyle/>
                    <a:p>
                      <a:r>
                        <a:rPr lang="ru-RU" sz="1400" dirty="0" err="1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new_members_count</a:t>
                      </a:r>
                      <a:endParaRPr lang="ru-RU" sz="14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r>
                        <a:rPr lang="ru-RU" sz="140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Число</a:t>
                      </a:r>
                      <a:endParaRPr lang="ru-RU" sz="14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r>
                        <a:rPr lang="ru-RU" sz="140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Количество новых участников репозитория</a:t>
                      </a:r>
                      <a:endParaRPr lang="ru-RU" sz="14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1755832373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ru-RU" sz="1400" dirty="0" err="1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closed_issues_ratio</a:t>
                      </a:r>
                      <a:endParaRPr lang="ru-RU" sz="14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r>
                        <a:rPr lang="ru-RU" sz="140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Число</a:t>
                      </a:r>
                      <a:endParaRPr lang="ru-RU" sz="14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r>
                        <a:rPr lang="ru-RU" sz="140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Отношение успешно закрытых вопросов или проблем (</a:t>
                      </a:r>
                      <a:r>
                        <a:rPr lang="ru-RU" sz="1400" dirty="0" err="1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issues</a:t>
                      </a:r>
                      <a:r>
                        <a:rPr lang="ru-RU" sz="140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) к общему числу таких вопросов</a:t>
                      </a:r>
                      <a:endParaRPr lang="ru-RU" sz="14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199243005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ru-RU" sz="140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watches</a:t>
                      </a:r>
                      <a:endParaRPr lang="ru-RU" sz="14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r>
                        <a:rPr lang="ru-RU" sz="140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Число</a:t>
                      </a:r>
                      <a:endParaRPr lang="ru-RU" sz="14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r>
                        <a:rPr lang="ru-RU" sz="140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Количество пользователей, отслеживающих обновления репозитория</a:t>
                      </a:r>
                      <a:endParaRPr lang="ru-RU" sz="14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1016787709"/>
                  </a:ext>
                </a:extLst>
              </a:tr>
              <a:tr h="274955">
                <a:tc>
                  <a:txBody>
                    <a:bodyPr/>
                    <a:lstStyle/>
                    <a:p>
                      <a:r>
                        <a:rPr lang="ru-RU" sz="140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forks</a:t>
                      </a:r>
                      <a:endParaRPr lang="ru-RU" sz="14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r>
                        <a:rPr lang="ru-RU" sz="140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Число</a:t>
                      </a:r>
                      <a:endParaRPr lang="ru-RU" sz="14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r>
                        <a:rPr lang="ru-RU" sz="140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Количество ветвлений (</a:t>
                      </a:r>
                      <a:r>
                        <a:rPr lang="ru-RU" sz="1400" dirty="0" err="1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forks</a:t>
                      </a:r>
                      <a:r>
                        <a:rPr lang="ru-RU" sz="140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) репозитория</a:t>
                      </a:r>
                      <a:endParaRPr lang="ru-RU" sz="14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3449522417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ru-RU" sz="140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language</a:t>
                      </a:r>
                      <a:endParaRPr lang="ru-RU" sz="14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r>
                        <a:rPr lang="ru-RU" sz="140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Строка</a:t>
                      </a:r>
                      <a:endParaRPr lang="ru-RU" sz="14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r>
                        <a:rPr lang="ru-RU" sz="140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Язык программирования, на котором написан код в репозитории</a:t>
                      </a:r>
                      <a:endParaRPr lang="ru-RU" sz="14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2965922709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ru-RU" sz="140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license_name</a:t>
                      </a:r>
                      <a:endParaRPr lang="ru-RU" sz="14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r>
                        <a:rPr lang="ru-RU" sz="140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Строка</a:t>
                      </a:r>
                      <a:endParaRPr lang="ru-RU" sz="14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r>
                        <a:rPr lang="ru-RU" sz="140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Название лицензии, под которой распространяется код в репозитории</a:t>
                      </a:r>
                      <a:endParaRPr lang="ru-RU" sz="14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1559159964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ru-RU" sz="140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is_deleted_or_private</a:t>
                      </a:r>
                      <a:endParaRPr lang="ru-RU" sz="14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r>
                        <a:rPr lang="ru-RU" sz="140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Булево</a:t>
                      </a:r>
                      <a:endParaRPr lang="ru-RU" sz="14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r>
                        <a:rPr lang="ru-RU" sz="140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Индикатор, указывающий, удален репозиторий или является ли он приватным</a:t>
                      </a:r>
                      <a:endParaRPr lang="ru-RU" sz="14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895075867"/>
                  </a:ext>
                </a:extLst>
              </a:tr>
            </a:tbl>
          </a:graphicData>
        </a:graphic>
      </p:graphicFrame>
      <p:sp>
        <p:nvSpPr>
          <p:cNvPr id="9" name="TextBox 8">
            <a:extLst>
              <a:ext uri="{FF2B5EF4-FFF2-40B4-BE49-F238E27FC236}">
                <a16:creationId xmlns:a16="http://schemas.microsoft.com/office/drawing/2014/main" id="{536328AF-06C6-9624-8276-E3DA5DD89AE1}"/>
              </a:ext>
            </a:extLst>
          </p:cNvPr>
          <p:cNvSpPr txBox="1"/>
          <p:nvPr/>
        </p:nvSpPr>
        <p:spPr>
          <a:xfrm>
            <a:off x="0" y="0"/>
            <a:ext cx="1219200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ru-RU" sz="2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СОСТАВ ТРАНЗАКЦИИ</a:t>
            </a:r>
          </a:p>
        </p:txBody>
      </p:sp>
      <p:sp>
        <p:nvSpPr>
          <p:cNvPr id="10" name="Footer Placeholder 9">
            <a:extLst>
              <a:ext uri="{FF2B5EF4-FFF2-40B4-BE49-F238E27FC236}">
                <a16:creationId xmlns:a16="http://schemas.microsoft.com/office/drawing/2014/main" id="{4209F32A-4ECF-C331-C576-6B2BAA96856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ru-RU"/>
              <a:t>Система поиска шаблонов в данных GitHub</a:t>
            </a:r>
            <a:endParaRPr lang="ru-RU" dirty="0"/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08D6E7C9-78EA-0D85-48B9-878386FA487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EC09024-2147-4C4E-87D2-FF66EAF91B1A}" type="slidenum">
              <a:rPr lang="ru-RU" smtClean="0"/>
              <a:pPr/>
              <a:t>12</a:t>
            </a:fld>
            <a:r>
              <a:rPr lang="ru-RU" dirty="0"/>
              <a:t>/21</a:t>
            </a:r>
          </a:p>
        </p:txBody>
      </p:sp>
    </p:spTree>
    <p:extLst>
      <p:ext uri="{BB962C8B-B14F-4D97-AF65-F5344CB8AC3E}">
        <p14:creationId xmlns:p14="http://schemas.microsoft.com/office/powerpoint/2010/main" val="3626478721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100B25DD-8CC4-48A0-A45C-A43464AB841D}"/>
              </a:ext>
            </a:extLst>
          </p:cNvPr>
          <p:cNvSpPr txBox="1"/>
          <p:nvPr/>
        </p:nvSpPr>
        <p:spPr>
          <a:xfrm>
            <a:off x="0" y="0"/>
            <a:ext cx="1219200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ru-RU" sz="2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СРЕДСТВА РАЗРАБОТКИ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BE24D6F0-2BBA-4957-AFC5-93A7AC6BA1FC}"/>
              </a:ext>
            </a:extLst>
          </p:cNvPr>
          <p:cNvSpPr txBox="1"/>
          <p:nvPr/>
        </p:nvSpPr>
        <p:spPr>
          <a:xfrm>
            <a:off x="497540" y="676088"/>
            <a:ext cx="11053483" cy="6612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>
              <a:lnSpc>
                <a:spcPct val="150000"/>
              </a:lnSpc>
            </a:pPr>
            <a:r>
              <a:rPr lang="ru-RU" sz="2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Язык программирования: </a:t>
            </a:r>
            <a:r>
              <a:rPr lang="en-US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Python 3.11.7</a:t>
            </a:r>
            <a:endParaRPr lang="ru-RU" sz="2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81517F12-9988-40E4-9947-B94A9D063E28}"/>
              </a:ext>
            </a:extLst>
          </p:cNvPr>
          <p:cNvSpPr txBox="1"/>
          <p:nvPr/>
        </p:nvSpPr>
        <p:spPr>
          <a:xfrm>
            <a:off x="497540" y="1628507"/>
            <a:ext cx="2315697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ru-RU" sz="2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Библиотеки:</a:t>
            </a:r>
            <a:endParaRPr lang="en-US" sz="2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graphicFrame>
        <p:nvGraphicFramePr>
          <p:cNvPr id="10" name="Таблица 10">
            <a:extLst>
              <a:ext uri="{FF2B5EF4-FFF2-40B4-BE49-F238E27FC236}">
                <a16:creationId xmlns:a16="http://schemas.microsoft.com/office/drawing/2014/main" id="{B3DC80B2-F4E9-4C8D-8012-A196D51CEBF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50775521"/>
              </p:ext>
            </p:extLst>
          </p:nvPr>
        </p:nvGraphicFramePr>
        <p:xfrm>
          <a:off x="497540" y="2300843"/>
          <a:ext cx="11264154" cy="4096668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2523566">
                  <a:extLst>
                    <a:ext uri="{9D8B030D-6E8A-4147-A177-3AD203B41FA5}">
                      <a16:colId xmlns:a16="http://schemas.microsoft.com/office/drawing/2014/main" val="1253534247"/>
                    </a:ext>
                  </a:extLst>
                </a:gridCol>
                <a:gridCol w="3087627">
                  <a:extLst>
                    <a:ext uri="{9D8B030D-6E8A-4147-A177-3AD203B41FA5}">
                      <a16:colId xmlns:a16="http://schemas.microsoft.com/office/drawing/2014/main" val="4231175743"/>
                    </a:ext>
                  </a:extLst>
                </a:gridCol>
                <a:gridCol w="2784711">
                  <a:extLst>
                    <a:ext uri="{9D8B030D-6E8A-4147-A177-3AD203B41FA5}">
                      <a16:colId xmlns:a16="http://schemas.microsoft.com/office/drawing/2014/main" val="2219686513"/>
                    </a:ext>
                  </a:extLst>
                </a:gridCol>
                <a:gridCol w="2868250">
                  <a:extLst>
                    <a:ext uri="{9D8B030D-6E8A-4147-A177-3AD203B41FA5}">
                      <a16:colId xmlns:a16="http://schemas.microsoft.com/office/drawing/2014/main" val="2332371237"/>
                    </a:ext>
                  </a:extLst>
                </a:gridCol>
              </a:tblGrid>
              <a:tr h="700546">
                <a:tc>
                  <a:txBody>
                    <a:bodyPr/>
                    <a:lstStyle/>
                    <a:p>
                      <a:pPr algn="ctr"/>
                      <a:r>
                        <a:rPr lang="ru-RU" sz="28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Веб-интерфейс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28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Запрос данных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28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Хранение и преобразование</a:t>
                      </a:r>
                      <a:r>
                        <a:rPr lang="ru-RU" sz="2800" baseline="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 данных</a:t>
                      </a:r>
                      <a:endParaRPr lang="ru-RU" sz="28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28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Поиск шаблонов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25199985"/>
                  </a:ext>
                </a:extLst>
              </a:tr>
              <a:tr h="2725068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50000"/>
                        </a:lnSpc>
                        <a:buFont typeface="+mj-lt"/>
                        <a:buNone/>
                      </a:pPr>
                      <a:r>
                        <a:rPr lang="en-US" sz="28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Django</a:t>
                      </a:r>
                      <a:endParaRPr lang="ru-RU" sz="28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None/>
                        <a:tabLst/>
                        <a:defRPr/>
                      </a:pPr>
                      <a:r>
                        <a:rPr lang="ru-RU" sz="28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А</a:t>
                      </a:r>
                      <a:r>
                        <a:rPr lang="en-US" sz="2800" dirty="0" err="1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iohttp</a:t>
                      </a:r>
                      <a:endParaRPr lang="ru-RU" sz="28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None/>
                        <a:tabLst/>
                        <a:defRPr/>
                      </a:pPr>
                      <a:r>
                        <a:rPr lang="en-US" sz="280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+mn-ea"/>
                          <a:cs typeface="Times New Roman" panose="02020603050405020304" pitchFamily="18" charset="0"/>
                        </a:rPr>
                        <a:t>Asyncio</a:t>
                      </a:r>
                      <a:endParaRPr lang="en-US" sz="2800" kern="1200" dirty="0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+mn-ea"/>
                        <a:cs typeface="Times New Roman" panose="02020603050405020304" pitchFamily="18" charset="0"/>
                      </a:endParaRP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None/>
                        <a:tabLst/>
                        <a:defRPr/>
                      </a:pPr>
                      <a:r>
                        <a:rPr lang="en-US" sz="280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+mn-ea"/>
                          <a:cs typeface="Times New Roman" panose="02020603050405020304" pitchFamily="18" charset="0"/>
                        </a:rPr>
                        <a:t>Selenium</a:t>
                      </a:r>
                      <a:endParaRPr lang="ru-RU" sz="2800" kern="1200" dirty="0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+mn-ea"/>
                        <a:cs typeface="Times New Roman" panose="02020603050405020304" pitchFamily="18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50000"/>
                        </a:lnSpc>
                        <a:buFont typeface="+mj-lt"/>
                        <a:buNone/>
                      </a:pPr>
                      <a:r>
                        <a:rPr lang="en-US" sz="280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+mn-ea"/>
                          <a:cs typeface="Times New Roman" panose="02020603050405020304" pitchFamily="18" charset="0"/>
                        </a:rPr>
                        <a:t>Pandas </a:t>
                      </a:r>
                    </a:p>
                    <a:p>
                      <a:pPr marL="0" indent="0" algn="l">
                        <a:lnSpc>
                          <a:spcPct val="150000"/>
                        </a:lnSpc>
                        <a:buFont typeface="+mj-lt"/>
                        <a:buNone/>
                      </a:pPr>
                      <a:r>
                        <a:rPr lang="en-US" sz="280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+mn-ea"/>
                          <a:cs typeface="Times New Roman" panose="02020603050405020304" pitchFamily="18" charset="0"/>
                        </a:rPr>
                        <a:t>Numpy</a:t>
                      </a:r>
                      <a:endParaRPr lang="ru-RU" sz="2800" kern="1200" dirty="0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+mn-ea"/>
                        <a:cs typeface="Times New Roman" panose="02020603050405020304" pitchFamily="18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50000"/>
                        </a:lnSpc>
                        <a:buFont typeface="+mj-lt"/>
                        <a:buNone/>
                      </a:pPr>
                      <a:r>
                        <a:rPr lang="en-US" sz="2800" dirty="0" err="1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Mlxtend</a:t>
                      </a:r>
                      <a:endParaRPr lang="ru-RU" sz="28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59376421"/>
                  </a:ext>
                </a:extLst>
              </a:tr>
            </a:tbl>
          </a:graphicData>
        </a:graphic>
      </p:graphicFrame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530AC945-535B-E233-D133-28DDAB6120C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ru-RU"/>
              <a:t>Система поиска шаблонов в данных GitHub</a:t>
            </a:r>
            <a:endParaRPr lang="ru-RU" dirty="0"/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F9D0223E-66CA-8800-98BE-2A53CD09E18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EC09024-2147-4C4E-87D2-FF66EAF91B1A}" type="slidenum">
              <a:rPr lang="ru-RU" smtClean="0"/>
              <a:pPr/>
              <a:t>13</a:t>
            </a:fld>
            <a:r>
              <a:rPr lang="ru-RU" dirty="0"/>
              <a:t>/21</a:t>
            </a:r>
          </a:p>
        </p:txBody>
      </p:sp>
    </p:spTree>
    <p:extLst>
      <p:ext uri="{BB962C8B-B14F-4D97-AF65-F5344CB8AC3E}">
        <p14:creationId xmlns:p14="http://schemas.microsoft.com/office/powerpoint/2010/main" val="1433868080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715F93EE-AF4B-3C0D-484A-2E6DA1471D63}"/>
              </a:ext>
            </a:extLst>
          </p:cNvPr>
          <p:cNvSpPr txBox="1"/>
          <p:nvPr/>
        </p:nvSpPr>
        <p:spPr>
          <a:xfrm>
            <a:off x="0" y="0"/>
            <a:ext cx="1219200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ru-RU" sz="2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БАЗА ДАННЫХ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BCA68B5-8CD0-7CF8-828A-E8515567C19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ru-RU"/>
              <a:t>Система поиска шаблонов в данных GitHub</a:t>
            </a:r>
            <a:endParaRPr lang="ru-RU" dirty="0"/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2BB8D3CF-4ADB-1BFF-C4F9-480AD8F166C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EC09024-2147-4C4E-87D2-FF66EAF91B1A}" type="slidenum">
              <a:rPr lang="ru-RU" smtClean="0"/>
              <a:pPr/>
              <a:t>14</a:t>
            </a:fld>
            <a:r>
              <a:rPr lang="ru-RU" dirty="0"/>
              <a:t>/21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9C2CD689-6020-DDD6-5528-5D80D56B6F0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712756" y="778912"/>
            <a:ext cx="4776167" cy="5300175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2737161978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100B25DD-8CC4-48A0-A45C-A43464AB841D}"/>
              </a:ext>
            </a:extLst>
          </p:cNvPr>
          <p:cNvSpPr txBox="1"/>
          <p:nvPr/>
        </p:nvSpPr>
        <p:spPr>
          <a:xfrm>
            <a:off x="0" y="134471"/>
            <a:ext cx="1219200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ru-RU" sz="2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ИНТЕРФЕЙС ПОЛУЧЕНИЯ ДАННЫХ ЧЕРЕЗ </a:t>
            </a:r>
            <a:r>
              <a:rPr lang="en-US" sz="2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API</a:t>
            </a:r>
            <a:endParaRPr lang="ru-RU" sz="28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E492D66E-2E93-4A7A-34C7-317DEC8D833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49680" y="1131203"/>
            <a:ext cx="9692640" cy="4859692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11" name="Footer Placeholder 10">
            <a:extLst>
              <a:ext uri="{FF2B5EF4-FFF2-40B4-BE49-F238E27FC236}">
                <a16:creationId xmlns:a16="http://schemas.microsoft.com/office/drawing/2014/main" id="{47B79BB4-EF05-B592-9E74-12AD8FD10B4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ru-RU"/>
              <a:t>Система поиска шаблонов в данных GitHub</a:t>
            </a:r>
            <a:endParaRPr lang="ru-RU" dirty="0"/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1C67C2A8-9691-3D5D-9D6B-BA590E91E45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EC09024-2147-4C4E-87D2-FF66EAF91B1A}" type="slidenum">
              <a:rPr lang="ru-RU" smtClean="0"/>
              <a:pPr/>
              <a:t>15</a:t>
            </a:fld>
            <a:r>
              <a:rPr lang="ru-RU" dirty="0"/>
              <a:t>/21</a:t>
            </a:r>
          </a:p>
        </p:txBody>
      </p:sp>
    </p:spTree>
    <p:extLst>
      <p:ext uri="{BB962C8B-B14F-4D97-AF65-F5344CB8AC3E}">
        <p14:creationId xmlns:p14="http://schemas.microsoft.com/office/powerpoint/2010/main" val="1122566374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100B25DD-8CC4-48A0-A45C-A43464AB841D}"/>
              </a:ext>
            </a:extLst>
          </p:cNvPr>
          <p:cNvSpPr txBox="1"/>
          <p:nvPr/>
        </p:nvSpPr>
        <p:spPr>
          <a:xfrm>
            <a:off x="0" y="131186"/>
            <a:ext cx="1219200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ru-RU" sz="2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ИНТЕРФЕЙС ПОИСКА ШАБЛОНОВ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1B7B6E12-90BB-E584-A2E9-2EFC18F6A08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43104" y="1016297"/>
            <a:ext cx="10105792" cy="5082795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07AB4D5-EBAB-A843-97C2-17C51A169A1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ru-RU"/>
              <a:t>Система поиска шаблонов в данных GitHub</a:t>
            </a:r>
            <a:endParaRPr lang="ru-RU" dirty="0"/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573D64B6-9EF6-4756-C38C-767F7BCA682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EC09024-2147-4C4E-87D2-FF66EAF91B1A}" type="slidenum">
              <a:rPr lang="ru-RU" smtClean="0"/>
              <a:pPr/>
              <a:t>16</a:t>
            </a:fld>
            <a:r>
              <a:rPr lang="ru-RU" dirty="0"/>
              <a:t>/21</a:t>
            </a:r>
          </a:p>
        </p:txBody>
      </p:sp>
    </p:spTree>
    <p:extLst>
      <p:ext uri="{BB962C8B-B14F-4D97-AF65-F5344CB8AC3E}">
        <p14:creationId xmlns:p14="http://schemas.microsoft.com/office/powerpoint/2010/main" val="3609694751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100B25DD-8CC4-48A0-A45C-A43464AB841D}"/>
              </a:ext>
            </a:extLst>
          </p:cNvPr>
          <p:cNvSpPr txBox="1"/>
          <p:nvPr/>
        </p:nvSpPr>
        <p:spPr>
          <a:xfrm>
            <a:off x="0" y="0"/>
            <a:ext cx="1219200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ru-RU" sz="2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ТЕСТИРОВАНИЕ и ЭКСПЕРИМЕНТЫ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647F82BB-2682-E649-21D2-BEBF352B7CAF}"/>
              </a:ext>
            </a:extLst>
          </p:cNvPr>
          <p:cNvSpPr txBox="1"/>
          <p:nvPr/>
        </p:nvSpPr>
        <p:spPr>
          <a:xfrm>
            <a:off x="589429" y="2239555"/>
            <a:ext cx="9408011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Font typeface="Times New Roman" panose="02020603050405020304" pitchFamily="18" charset="0"/>
              <a:buChar char="–"/>
            </a:pPr>
            <a:r>
              <a:rPr lang="ru-RU" sz="3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Функциональные тесты: 6 тестов</a:t>
            </a:r>
          </a:p>
          <a:p>
            <a:pPr marL="342900" indent="-342900">
              <a:buFont typeface="Times New Roman" panose="02020603050405020304" pitchFamily="18" charset="0"/>
              <a:buChar char="–"/>
            </a:pPr>
            <a:r>
              <a:rPr lang="ru-RU" sz="3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Вычислительные эксперименты: 2 эксперимента</a:t>
            </a:r>
          </a:p>
          <a:p>
            <a:pPr marL="342900" indent="-342900">
              <a:buFont typeface="Times New Roman" panose="02020603050405020304" pitchFamily="18" charset="0"/>
              <a:buChar char="–"/>
            </a:pPr>
            <a:r>
              <a:rPr lang="ru-RU" sz="3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Поиск интересных шаблонов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748B24-F35A-CA77-EBC4-0E7D21F191A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ru-RU"/>
              <a:t>Система поиска шаблонов в данных GitHub</a:t>
            </a:r>
            <a:endParaRPr lang="ru-RU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903C28E-7C98-3B89-2429-BD5CF7FF928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EC09024-2147-4C4E-87D2-FF66EAF91B1A}" type="slidenum">
              <a:rPr lang="ru-RU" smtClean="0"/>
              <a:pPr/>
              <a:t>17</a:t>
            </a:fld>
            <a:r>
              <a:rPr lang="ru-RU" dirty="0"/>
              <a:t>/21</a:t>
            </a:r>
          </a:p>
        </p:txBody>
      </p:sp>
    </p:spTree>
    <p:extLst>
      <p:ext uri="{BB962C8B-B14F-4D97-AF65-F5344CB8AC3E}">
        <p14:creationId xmlns:p14="http://schemas.microsoft.com/office/powerpoint/2010/main" val="3410367053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100B25DD-8CC4-48A0-A45C-A43464AB841D}"/>
              </a:ext>
            </a:extLst>
          </p:cNvPr>
          <p:cNvSpPr txBox="1"/>
          <p:nvPr/>
        </p:nvSpPr>
        <p:spPr>
          <a:xfrm>
            <a:off x="0" y="0"/>
            <a:ext cx="1219200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ru-RU" sz="2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ЭКСПЕРИМЕНТЫ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DEEDE7DE-CDD4-19E0-3932-7CA036C48CC9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l="8232" t="8232" r="7655" b="4444"/>
          <a:stretch/>
        </p:blipFill>
        <p:spPr bwMode="auto">
          <a:xfrm>
            <a:off x="1747123" y="1164060"/>
            <a:ext cx="8697754" cy="5078945"/>
          </a:xfrm>
          <a:prstGeom prst="rect">
            <a:avLst/>
          </a:prstGeom>
          <a:ln>
            <a:solidFill>
              <a:schemeClr val="tx1"/>
            </a:solidFill>
          </a:ln>
          <a:extLst>
            <a:ext uri="{53640926-AAD7-44D8-BBD7-CCE9431645EC}">
              <a14:shadowObscured xmlns:a14="http://schemas.microsoft.com/office/drawing/2010/main"/>
            </a:ext>
          </a:extLst>
        </p:spPr>
      </p:pic>
      <mc:AlternateContent xmlns:mc="http://schemas.openxmlformats.org/markup-compatibility/2006" xmlns:p14="http://schemas.microsoft.com/office/powerpoint/2010/main">
        <mc:Choice Requires="p14">
          <p:contentPart p14:bwMode="auto" r:id="rId4">
            <p14:nvContentPartPr>
              <p14:cNvPr id="5" name="Ink 4">
                <a:extLst>
                  <a:ext uri="{FF2B5EF4-FFF2-40B4-BE49-F238E27FC236}">
                    <a16:creationId xmlns:a16="http://schemas.microsoft.com/office/drawing/2014/main" id="{C2EF389A-286B-3AAB-DE1A-CD6C4C1EF3F2}"/>
                  </a:ext>
                </a:extLst>
              </p14:cNvPr>
              <p14:cNvContentPartPr/>
              <p14:nvPr/>
            </p14:nvContentPartPr>
            <p14:xfrm>
              <a:off x="3875013" y="1232213"/>
              <a:ext cx="4699800" cy="103680"/>
            </p14:xfrm>
          </p:contentPart>
        </mc:Choice>
        <mc:Fallback xmlns="">
          <p:pic>
            <p:nvPicPr>
              <p:cNvPr id="5" name="Ink 4">
                <a:extLst>
                  <a:ext uri="{FF2B5EF4-FFF2-40B4-BE49-F238E27FC236}">
                    <a16:creationId xmlns:a16="http://schemas.microsoft.com/office/drawing/2014/main" id="{C2EF389A-286B-3AAB-DE1A-CD6C4C1EF3F2}"/>
                  </a:ext>
                </a:extLst>
              </p:cNvPr>
              <p:cNvPicPr/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3839373" y="1196213"/>
                <a:ext cx="4771440" cy="1753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6">
            <p14:nvContentPartPr>
              <p14:cNvPr id="9" name="Ink 8">
                <a:extLst>
                  <a:ext uri="{FF2B5EF4-FFF2-40B4-BE49-F238E27FC236}">
                    <a16:creationId xmlns:a16="http://schemas.microsoft.com/office/drawing/2014/main" id="{87248E61-5E1D-547E-048F-0C8960C5D2C8}"/>
                  </a:ext>
                </a:extLst>
              </p14:cNvPr>
              <p14:cNvContentPartPr/>
              <p14:nvPr/>
            </p14:nvContentPartPr>
            <p14:xfrm>
              <a:off x="8513973" y="1320773"/>
              <a:ext cx="360" cy="360"/>
            </p14:xfrm>
          </p:contentPart>
        </mc:Choice>
        <mc:Fallback xmlns="">
          <p:pic>
            <p:nvPicPr>
              <p:cNvPr id="9" name="Ink 8">
                <a:extLst>
                  <a:ext uri="{FF2B5EF4-FFF2-40B4-BE49-F238E27FC236}">
                    <a16:creationId xmlns:a16="http://schemas.microsoft.com/office/drawing/2014/main" id="{87248E61-5E1D-547E-048F-0C8960C5D2C8}"/>
                  </a:ext>
                </a:extLst>
              </p:cNvPr>
              <p:cNvPicPr/>
              <p:nvPr/>
            </p:nvPicPr>
            <p:blipFill>
              <a:blip r:embed="rId7"/>
              <a:stretch>
                <a:fillRect/>
              </a:stretch>
            </p:blipFill>
            <p:spPr>
              <a:xfrm>
                <a:off x="8477973" y="1284773"/>
                <a:ext cx="72000" cy="720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8">
            <p14:nvContentPartPr>
              <p14:cNvPr id="15" name="Ink 14">
                <a:extLst>
                  <a:ext uri="{FF2B5EF4-FFF2-40B4-BE49-F238E27FC236}">
                    <a16:creationId xmlns:a16="http://schemas.microsoft.com/office/drawing/2014/main" id="{51A04E68-132F-A878-4413-88F6A7DFB91C}"/>
                  </a:ext>
                </a:extLst>
              </p14:cNvPr>
              <p14:cNvContentPartPr/>
              <p14:nvPr/>
            </p14:nvContentPartPr>
            <p14:xfrm>
              <a:off x="8209053" y="1327253"/>
              <a:ext cx="33840" cy="360"/>
            </p14:xfrm>
          </p:contentPart>
        </mc:Choice>
        <mc:Fallback xmlns="">
          <p:pic>
            <p:nvPicPr>
              <p:cNvPr id="15" name="Ink 14">
                <a:extLst>
                  <a:ext uri="{FF2B5EF4-FFF2-40B4-BE49-F238E27FC236}">
                    <a16:creationId xmlns:a16="http://schemas.microsoft.com/office/drawing/2014/main" id="{51A04E68-132F-A878-4413-88F6A7DFB91C}"/>
                  </a:ext>
                </a:extLst>
              </p:cNvPr>
              <p:cNvPicPr/>
              <p:nvPr/>
            </p:nvPicPr>
            <p:blipFill>
              <a:blip r:embed="rId9"/>
              <a:stretch>
                <a:fillRect/>
              </a:stretch>
            </p:blipFill>
            <p:spPr>
              <a:xfrm>
                <a:off x="8173413" y="1291613"/>
                <a:ext cx="105480" cy="72000"/>
              </a:xfrm>
              <a:prstGeom prst="rect">
                <a:avLst/>
              </a:prstGeom>
            </p:spPr>
          </p:pic>
        </mc:Fallback>
      </mc:AlternateContent>
      <p:sp>
        <p:nvSpPr>
          <p:cNvPr id="19" name="TextBox 18">
            <a:extLst>
              <a:ext uri="{FF2B5EF4-FFF2-40B4-BE49-F238E27FC236}">
                <a16:creationId xmlns:a16="http://schemas.microsoft.com/office/drawing/2014/main" id="{5E390B60-18A2-3D00-C8CC-36B1934B58C9}"/>
              </a:ext>
            </a:extLst>
          </p:cNvPr>
          <p:cNvSpPr txBox="1"/>
          <p:nvPr/>
        </p:nvSpPr>
        <p:spPr>
          <a:xfrm>
            <a:off x="2401146" y="747208"/>
            <a:ext cx="738970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sz="180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Зависимость времени поиска шаблонов от изменения порога поддержки</a:t>
            </a:r>
            <a:endParaRPr lang="ru-RU" dirty="0"/>
          </a:p>
        </p:txBody>
      </p:sp>
      <p:sp>
        <p:nvSpPr>
          <p:cNvPr id="20" name="Footer Placeholder 19">
            <a:extLst>
              <a:ext uri="{FF2B5EF4-FFF2-40B4-BE49-F238E27FC236}">
                <a16:creationId xmlns:a16="http://schemas.microsoft.com/office/drawing/2014/main" id="{0442FE07-B587-8349-2BCE-821AF42F9A0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ru-RU"/>
              <a:t>Система поиска шаблонов в данных GitHub</a:t>
            </a:r>
            <a:endParaRPr lang="ru-RU" dirty="0"/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97FAB3B5-AF83-D8C8-DC7A-4D2E4D43865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EC09024-2147-4C4E-87D2-FF66EAF91B1A}" type="slidenum">
              <a:rPr lang="ru-RU" smtClean="0"/>
              <a:pPr/>
              <a:t>18</a:t>
            </a:fld>
            <a:r>
              <a:rPr lang="ru-RU" dirty="0"/>
              <a:t>/21</a:t>
            </a:r>
          </a:p>
        </p:txBody>
      </p:sp>
    </p:spTree>
    <p:extLst>
      <p:ext uri="{BB962C8B-B14F-4D97-AF65-F5344CB8AC3E}">
        <p14:creationId xmlns:p14="http://schemas.microsoft.com/office/powerpoint/2010/main" val="1299466230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100B25DD-8CC4-48A0-A45C-A43464AB841D}"/>
              </a:ext>
            </a:extLst>
          </p:cNvPr>
          <p:cNvSpPr txBox="1"/>
          <p:nvPr/>
        </p:nvSpPr>
        <p:spPr>
          <a:xfrm>
            <a:off x="0" y="0"/>
            <a:ext cx="1219200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ru-RU" sz="2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ЭКСПЕРИМЕНТЫ</a:t>
            </a:r>
          </a:p>
        </p:txBody>
      </p:sp>
      <mc:AlternateContent xmlns:mc="http://schemas.openxmlformats.org/markup-compatibility/2006" xmlns:p14="http://schemas.microsoft.com/office/powerpoint/2010/main">
        <mc:Choice Requires="p14">
          <p:contentPart p14:bwMode="auto" r:id="rId3">
            <p14:nvContentPartPr>
              <p14:cNvPr id="6" name="Ink 5">
                <a:extLst>
                  <a:ext uri="{FF2B5EF4-FFF2-40B4-BE49-F238E27FC236}">
                    <a16:creationId xmlns:a16="http://schemas.microsoft.com/office/drawing/2014/main" id="{C61E3A2B-1A8B-DB9D-25D4-F01DE49F8260}"/>
                  </a:ext>
                </a:extLst>
              </p14:cNvPr>
              <p14:cNvContentPartPr/>
              <p14:nvPr/>
            </p14:nvContentPartPr>
            <p14:xfrm>
              <a:off x="3875013" y="1232213"/>
              <a:ext cx="4699800" cy="103680"/>
            </p14:xfrm>
          </p:contentPart>
        </mc:Choice>
        <mc:Fallback xmlns="">
          <p:pic>
            <p:nvPicPr>
              <p:cNvPr id="6" name="Ink 5">
                <a:extLst>
                  <a:ext uri="{FF2B5EF4-FFF2-40B4-BE49-F238E27FC236}">
                    <a16:creationId xmlns:a16="http://schemas.microsoft.com/office/drawing/2014/main" id="{C61E3A2B-1A8B-DB9D-25D4-F01DE49F8260}"/>
                  </a:ext>
                </a:extLst>
              </p:cNvPr>
              <p:cNvPicPr/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3839373" y="1196213"/>
                <a:ext cx="4771440" cy="1753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5">
            <p14:nvContentPartPr>
              <p14:cNvPr id="7" name="Ink 6">
                <a:extLst>
                  <a:ext uri="{FF2B5EF4-FFF2-40B4-BE49-F238E27FC236}">
                    <a16:creationId xmlns:a16="http://schemas.microsoft.com/office/drawing/2014/main" id="{6B07EE62-C7FA-412A-3297-1DBA141BAD48}"/>
                  </a:ext>
                </a:extLst>
              </p14:cNvPr>
              <p14:cNvContentPartPr/>
              <p14:nvPr/>
            </p14:nvContentPartPr>
            <p14:xfrm>
              <a:off x="8513973" y="1320773"/>
              <a:ext cx="360" cy="360"/>
            </p14:xfrm>
          </p:contentPart>
        </mc:Choice>
        <mc:Fallback xmlns="">
          <p:pic>
            <p:nvPicPr>
              <p:cNvPr id="7" name="Ink 6">
                <a:extLst>
                  <a:ext uri="{FF2B5EF4-FFF2-40B4-BE49-F238E27FC236}">
                    <a16:creationId xmlns:a16="http://schemas.microsoft.com/office/drawing/2014/main" id="{6B07EE62-C7FA-412A-3297-1DBA141BAD48}"/>
                  </a:ext>
                </a:extLst>
              </p:cNvPr>
              <p:cNvPicPr/>
              <p:nvPr/>
            </p:nvPicPr>
            <p:blipFill>
              <a:blip r:embed="rId6"/>
              <a:stretch>
                <a:fillRect/>
              </a:stretch>
            </p:blipFill>
            <p:spPr>
              <a:xfrm>
                <a:off x="8477973" y="1284773"/>
                <a:ext cx="72000" cy="720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7">
            <p14:nvContentPartPr>
              <p14:cNvPr id="8" name="Ink 7">
                <a:extLst>
                  <a:ext uri="{FF2B5EF4-FFF2-40B4-BE49-F238E27FC236}">
                    <a16:creationId xmlns:a16="http://schemas.microsoft.com/office/drawing/2014/main" id="{CAA6A55D-090A-531D-5AE3-E373428F15BA}"/>
                  </a:ext>
                </a:extLst>
              </p14:cNvPr>
              <p14:cNvContentPartPr/>
              <p14:nvPr/>
            </p14:nvContentPartPr>
            <p14:xfrm>
              <a:off x="8209053" y="1327253"/>
              <a:ext cx="33840" cy="360"/>
            </p14:xfrm>
          </p:contentPart>
        </mc:Choice>
        <mc:Fallback xmlns="">
          <p:pic>
            <p:nvPicPr>
              <p:cNvPr id="8" name="Ink 7">
                <a:extLst>
                  <a:ext uri="{FF2B5EF4-FFF2-40B4-BE49-F238E27FC236}">
                    <a16:creationId xmlns:a16="http://schemas.microsoft.com/office/drawing/2014/main" id="{CAA6A55D-090A-531D-5AE3-E373428F15BA}"/>
                  </a:ext>
                </a:extLst>
              </p:cNvPr>
              <p:cNvPicPr/>
              <p:nvPr/>
            </p:nvPicPr>
            <p:blipFill>
              <a:blip r:embed="rId8"/>
              <a:stretch>
                <a:fillRect/>
              </a:stretch>
            </p:blipFill>
            <p:spPr>
              <a:xfrm>
                <a:off x="8173413" y="1291613"/>
                <a:ext cx="105480" cy="72000"/>
              </a:xfrm>
              <a:prstGeom prst="rect">
                <a:avLst/>
              </a:prstGeom>
            </p:spPr>
          </p:pic>
        </mc:Fallback>
      </mc:AlternateContent>
      <p:sp>
        <p:nvSpPr>
          <p:cNvPr id="9" name="TextBox 8">
            <a:extLst>
              <a:ext uri="{FF2B5EF4-FFF2-40B4-BE49-F238E27FC236}">
                <a16:creationId xmlns:a16="http://schemas.microsoft.com/office/drawing/2014/main" id="{68A26CC6-EE24-BAEC-4480-43E744C34233}"/>
              </a:ext>
            </a:extLst>
          </p:cNvPr>
          <p:cNvSpPr txBox="1"/>
          <p:nvPr/>
        </p:nvSpPr>
        <p:spPr>
          <a:xfrm>
            <a:off x="2401146" y="747208"/>
            <a:ext cx="7389708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sz="180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Зависимость времени поиска шаблонов от мощности набора транзакций</a:t>
            </a:r>
          </a:p>
          <a:p>
            <a:endParaRPr lang="ru-RU" dirty="0"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98C17A9A-7218-7022-A95A-055852AF2F1F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964002" y="1232213"/>
            <a:ext cx="8263996" cy="4904640"/>
          </a:xfrm>
          <a:prstGeom prst="rect">
            <a:avLst/>
          </a:prstGeom>
          <a:ln>
            <a:solidFill>
              <a:schemeClr val="tx1"/>
            </a:solidFill>
          </a:ln>
        </p:spPr>
      </p:pic>
      <p:grpSp>
        <p:nvGrpSpPr>
          <p:cNvPr id="23" name="Group 22">
            <a:extLst>
              <a:ext uri="{FF2B5EF4-FFF2-40B4-BE49-F238E27FC236}">
                <a16:creationId xmlns:a16="http://schemas.microsoft.com/office/drawing/2014/main" id="{41139328-0CD7-0612-80CF-E48A8AF9CA29}"/>
              </a:ext>
            </a:extLst>
          </p:cNvPr>
          <p:cNvGrpSpPr/>
          <p:nvPr/>
        </p:nvGrpSpPr>
        <p:grpSpPr>
          <a:xfrm>
            <a:off x="3596373" y="1305813"/>
            <a:ext cx="5150520" cy="70200"/>
            <a:chOff x="3596373" y="1305813"/>
            <a:chExt cx="5150520" cy="702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0">
              <p14:nvContentPartPr>
                <p14:cNvPr id="12" name="Ink 11">
                  <a:extLst>
                    <a:ext uri="{FF2B5EF4-FFF2-40B4-BE49-F238E27FC236}">
                      <a16:creationId xmlns:a16="http://schemas.microsoft.com/office/drawing/2014/main" id="{4B9842B4-BA04-7E25-A38B-CD72E8692191}"/>
                    </a:ext>
                  </a:extLst>
                </p14:cNvPr>
                <p14:cNvContentPartPr/>
                <p14:nvPr/>
              </p14:nvContentPartPr>
              <p14:xfrm>
                <a:off x="3596373" y="1319853"/>
                <a:ext cx="1537200" cy="48600"/>
              </p14:xfrm>
            </p:contentPart>
          </mc:Choice>
          <mc:Fallback xmlns="">
            <p:pic>
              <p:nvPicPr>
                <p:cNvPr id="12" name="Ink 11">
                  <a:extLst>
                    <a:ext uri="{FF2B5EF4-FFF2-40B4-BE49-F238E27FC236}">
                      <a16:creationId xmlns:a16="http://schemas.microsoft.com/office/drawing/2014/main" id="{4B9842B4-BA04-7E25-A38B-CD72E8692191}"/>
                    </a:ext>
                  </a:extLst>
                </p:cNvPr>
                <p:cNvPicPr/>
                <p:nvPr/>
              </p:nvPicPr>
              <p:blipFill>
                <a:blip r:embed="rId11"/>
                <a:stretch>
                  <a:fillRect/>
                </a:stretch>
              </p:blipFill>
              <p:spPr>
                <a:xfrm>
                  <a:off x="3560373" y="1283853"/>
                  <a:ext cx="1608840" cy="120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">
              <p14:nvContentPartPr>
                <p14:cNvPr id="14" name="Ink 13">
                  <a:extLst>
                    <a:ext uri="{FF2B5EF4-FFF2-40B4-BE49-F238E27FC236}">
                      <a16:creationId xmlns:a16="http://schemas.microsoft.com/office/drawing/2014/main" id="{4579D8BA-3DFE-022D-0166-61DDCD4C7238}"/>
                    </a:ext>
                  </a:extLst>
                </p14:cNvPr>
                <p14:cNvContentPartPr/>
                <p14:nvPr/>
              </p14:nvContentPartPr>
              <p14:xfrm>
                <a:off x="4612293" y="1305813"/>
                <a:ext cx="906120" cy="62640"/>
              </p14:xfrm>
            </p:contentPart>
          </mc:Choice>
          <mc:Fallback xmlns="">
            <p:pic>
              <p:nvPicPr>
                <p:cNvPr id="14" name="Ink 13">
                  <a:extLst>
                    <a:ext uri="{FF2B5EF4-FFF2-40B4-BE49-F238E27FC236}">
                      <a16:creationId xmlns:a16="http://schemas.microsoft.com/office/drawing/2014/main" id="{4579D8BA-3DFE-022D-0166-61DDCD4C7238}"/>
                    </a:ext>
                  </a:extLst>
                </p:cNvPr>
                <p:cNvPicPr/>
                <p:nvPr/>
              </p:nvPicPr>
              <p:blipFill>
                <a:blip r:embed="rId13"/>
                <a:stretch>
                  <a:fillRect/>
                </a:stretch>
              </p:blipFill>
              <p:spPr>
                <a:xfrm>
                  <a:off x="4576653" y="1269813"/>
                  <a:ext cx="977760" cy="134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">
              <p14:nvContentPartPr>
                <p14:cNvPr id="17" name="Ink 16">
                  <a:extLst>
                    <a:ext uri="{FF2B5EF4-FFF2-40B4-BE49-F238E27FC236}">
                      <a16:creationId xmlns:a16="http://schemas.microsoft.com/office/drawing/2014/main" id="{415ED5BF-FB81-656D-C965-8133D7ACF663}"/>
                    </a:ext>
                  </a:extLst>
                </p14:cNvPr>
                <p14:cNvContentPartPr/>
                <p14:nvPr/>
              </p14:nvContentPartPr>
              <p14:xfrm>
                <a:off x="4998573" y="1320213"/>
                <a:ext cx="892440" cy="21960"/>
              </p14:xfrm>
            </p:contentPart>
          </mc:Choice>
          <mc:Fallback xmlns="">
            <p:pic>
              <p:nvPicPr>
                <p:cNvPr id="17" name="Ink 16">
                  <a:extLst>
                    <a:ext uri="{FF2B5EF4-FFF2-40B4-BE49-F238E27FC236}">
                      <a16:creationId xmlns:a16="http://schemas.microsoft.com/office/drawing/2014/main" id="{415ED5BF-FB81-656D-C965-8133D7ACF663}"/>
                    </a:ext>
                  </a:extLst>
                </p:cNvPr>
                <p:cNvPicPr/>
                <p:nvPr/>
              </p:nvPicPr>
              <p:blipFill>
                <a:blip r:embed="rId15"/>
                <a:stretch>
                  <a:fillRect/>
                </a:stretch>
              </p:blipFill>
              <p:spPr>
                <a:xfrm>
                  <a:off x="4962933" y="1284213"/>
                  <a:ext cx="964080" cy="93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">
              <p14:nvContentPartPr>
                <p14:cNvPr id="18" name="Ink 17">
                  <a:extLst>
                    <a:ext uri="{FF2B5EF4-FFF2-40B4-BE49-F238E27FC236}">
                      <a16:creationId xmlns:a16="http://schemas.microsoft.com/office/drawing/2014/main" id="{E59A0907-4134-6999-53DB-FA3C3351FF20}"/>
                    </a:ext>
                  </a:extLst>
                </p14:cNvPr>
                <p14:cNvContentPartPr/>
                <p14:nvPr/>
              </p14:nvContentPartPr>
              <p14:xfrm>
                <a:off x="5100093" y="1354053"/>
                <a:ext cx="1290240" cy="7200"/>
              </p14:xfrm>
            </p:contentPart>
          </mc:Choice>
          <mc:Fallback xmlns="">
            <p:pic>
              <p:nvPicPr>
                <p:cNvPr id="18" name="Ink 17">
                  <a:extLst>
                    <a:ext uri="{FF2B5EF4-FFF2-40B4-BE49-F238E27FC236}">
                      <a16:creationId xmlns:a16="http://schemas.microsoft.com/office/drawing/2014/main" id="{E59A0907-4134-6999-53DB-FA3C3351FF20}"/>
                    </a:ext>
                  </a:extLst>
                </p:cNvPr>
                <p:cNvPicPr/>
                <p:nvPr/>
              </p:nvPicPr>
              <p:blipFill>
                <a:blip r:embed="rId17"/>
                <a:stretch>
                  <a:fillRect/>
                </a:stretch>
              </p:blipFill>
              <p:spPr>
                <a:xfrm>
                  <a:off x="5064093" y="1318413"/>
                  <a:ext cx="1361880" cy="78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">
              <p14:nvContentPartPr>
                <p14:cNvPr id="19" name="Ink 18">
                  <a:extLst>
                    <a:ext uri="{FF2B5EF4-FFF2-40B4-BE49-F238E27FC236}">
                      <a16:creationId xmlns:a16="http://schemas.microsoft.com/office/drawing/2014/main" id="{55F8EE38-0B58-801E-A219-E054F8224770}"/>
                    </a:ext>
                  </a:extLst>
                </p14:cNvPr>
                <p14:cNvContentPartPr/>
                <p14:nvPr/>
              </p14:nvContentPartPr>
              <p14:xfrm>
                <a:off x="5838453" y="1313013"/>
                <a:ext cx="552240" cy="34920"/>
              </p14:xfrm>
            </p:contentPart>
          </mc:Choice>
          <mc:Fallback xmlns="">
            <p:pic>
              <p:nvPicPr>
                <p:cNvPr id="19" name="Ink 18">
                  <a:extLst>
                    <a:ext uri="{FF2B5EF4-FFF2-40B4-BE49-F238E27FC236}">
                      <a16:creationId xmlns:a16="http://schemas.microsoft.com/office/drawing/2014/main" id="{55F8EE38-0B58-801E-A219-E054F8224770}"/>
                    </a:ext>
                  </a:extLst>
                </p:cNvPr>
                <p:cNvPicPr/>
                <p:nvPr/>
              </p:nvPicPr>
              <p:blipFill>
                <a:blip r:embed="rId19"/>
                <a:stretch>
                  <a:fillRect/>
                </a:stretch>
              </p:blipFill>
              <p:spPr>
                <a:xfrm>
                  <a:off x="5802813" y="1277373"/>
                  <a:ext cx="623880" cy="106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0">
              <p14:nvContentPartPr>
                <p14:cNvPr id="20" name="Ink 19">
                  <a:extLst>
                    <a:ext uri="{FF2B5EF4-FFF2-40B4-BE49-F238E27FC236}">
                      <a16:creationId xmlns:a16="http://schemas.microsoft.com/office/drawing/2014/main" id="{EADD6457-BC2D-5C8E-74E2-E154C62CD45F}"/>
                    </a:ext>
                  </a:extLst>
                </p14:cNvPr>
                <p14:cNvContentPartPr/>
                <p14:nvPr/>
              </p14:nvContentPartPr>
              <p14:xfrm>
                <a:off x="5973813" y="1347573"/>
                <a:ext cx="1203840" cy="28440"/>
              </p14:xfrm>
            </p:contentPart>
          </mc:Choice>
          <mc:Fallback xmlns="">
            <p:pic>
              <p:nvPicPr>
                <p:cNvPr id="20" name="Ink 19">
                  <a:extLst>
                    <a:ext uri="{FF2B5EF4-FFF2-40B4-BE49-F238E27FC236}">
                      <a16:creationId xmlns:a16="http://schemas.microsoft.com/office/drawing/2014/main" id="{EADD6457-BC2D-5C8E-74E2-E154C62CD45F}"/>
                    </a:ext>
                  </a:extLst>
                </p:cNvPr>
                <p:cNvPicPr/>
                <p:nvPr/>
              </p:nvPicPr>
              <p:blipFill>
                <a:blip r:embed="rId21"/>
                <a:stretch>
                  <a:fillRect/>
                </a:stretch>
              </p:blipFill>
              <p:spPr>
                <a:xfrm>
                  <a:off x="5938173" y="1311933"/>
                  <a:ext cx="1275480" cy="100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2">
              <p14:nvContentPartPr>
                <p14:cNvPr id="21" name="Ink 20">
                  <a:extLst>
                    <a:ext uri="{FF2B5EF4-FFF2-40B4-BE49-F238E27FC236}">
                      <a16:creationId xmlns:a16="http://schemas.microsoft.com/office/drawing/2014/main" id="{D5368AE5-56CC-0726-5EC4-97B8E2450092}"/>
                    </a:ext>
                  </a:extLst>
                </p14:cNvPr>
                <p14:cNvContentPartPr/>
                <p14:nvPr/>
              </p14:nvContentPartPr>
              <p14:xfrm>
                <a:off x="6299253" y="1313013"/>
                <a:ext cx="1615320" cy="7920"/>
              </p14:xfrm>
            </p:contentPart>
          </mc:Choice>
          <mc:Fallback xmlns="">
            <p:pic>
              <p:nvPicPr>
                <p:cNvPr id="21" name="Ink 20">
                  <a:extLst>
                    <a:ext uri="{FF2B5EF4-FFF2-40B4-BE49-F238E27FC236}">
                      <a16:creationId xmlns:a16="http://schemas.microsoft.com/office/drawing/2014/main" id="{D5368AE5-56CC-0726-5EC4-97B8E2450092}"/>
                    </a:ext>
                  </a:extLst>
                </p:cNvPr>
                <p:cNvPicPr/>
                <p:nvPr/>
              </p:nvPicPr>
              <p:blipFill>
                <a:blip r:embed="rId23"/>
                <a:stretch>
                  <a:fillRect/>
                </a:stretch>
              </p:blipFill>
              <p:spPr>
                <a:xfrm>
                  <a:off x="6263253" y="1277373"/>
                  <a:ext cx="1686960" cy="79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4">
              <p14:nvContentPartPr>
                <p14:cNvPr id="22" name="Ink 21">
                  <a:extLst>
                    <a:ext uri="{FF2B5EF4-FFF2-40B4-BE49-F238E27FC236}">
                      <a16:creationId xmlns:a16="http://schemas.microsoft.com/office/drawing/2014/main" id="{B6E54B6F-05A4-BA28-4267-2A1E72617F80}"/>
                    </a:ext>
                  </a:extLst>
                </p14:cNvPr>
                <p14:cNvContentPartPr/>
                <p14:nvPr/>
              </p14:nvContentPartPr>
              <p14:xfrm>
                <a:off x="7105293" y="1320573"/>
                <a:ext cx="1641600" cy="41760"/>
              </p14:xfrm>
            </p:contentPart>
          </mc:Choice>
          <mc:Fallback xmlns="">
            <p:pic>
              <p:nvPicPr>
                <p:cNvPr id="22" name="Ink 21">
                  <a:extLst>
                    <a:ext uri="{FF2B5EF4-FFF2-40B4-BE49-F238E27FC236}">
                      <a16:creationId xmlns:a16="http://schemas.microsoft.com/office/drawing/2014/main" id="{B6E54B6F-05A4-BA28-4267-2A1E72617F80}"/>
                    </a:ext>
                  </a:extLst>
                </p:cNvPr>
                <p:cNvPicPr/>
                <p:nvPr/>
              </p:nvPicPr>
              <p:blipFill>
                <a:blip r:embed="rId25"/>
                <a:stretch>
                  <a:fillRect/>
                </a:stretch>
              </p:blipFill>
              <p:spPr>
                <a:xfrm>
                  <a:off x="7069293" y="1284573"/>
                  <a:ext cx="1713240" cy="113400"/>
                </a:xfrm>
                <a:prstGeom prst="rect">
                  <a:avLst/>
                </a:prstGeom>
              </p:spPr>
            </p:pic>
          </mc:Fallback>
        </mc:AlternateContent>
      </p:grpSp>
      <p:sp>
        <p:nvSpPr>
          <p:cNvPr id="24" name="Footer Placeholder 23">
            <a:extLst>
              <a:ext uri="{FF2B5EF4-FFF2-40B4-BE49-F238E27FC236}">
                <a16:creationId xmlns:a16="http://schemas.microsoft.com/office/drawing/2014/main" id="{0F77FB2B-363B-3E53-5829-6A427CC0FD9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ru-RU"/>
              <a:t>Система поиска шаблонов в данных GitHub</a:t>
            </a:r>
            <a:endParaRPr lang="ru-RU" dirty="0"/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1A9EC723-FCA8-B088-A206-2B22B7198F0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EC09024-2147-4C4E-87D2-FF66EAF91B1A}" type="slidenum">
              <a:rPr lang="ru-RU" smtClean="0"/>
              <a:pPr/>
              <a:t>19</a:t>
            </a:fld>
            <a:r>
              <a:rPr lang="ru-RU" dirty="0"/>
              <a:t>/21</a:t>
            </a:r>
          </a:p>
        </p:txBody>
      </p:sp>
    </p:spTree>
    <p:extLst>
      <p:ext uri="{BB962C8B-B14F-4D97-AF65-F5344CB8AC3E}">
        <p14:creationId xmlns:p14="http://schemas.microsoft.com/office/powerpoint/2010/main" val="777608269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100B25DD-8CC4-48A0-A45C-A43464AB841D}"/>
              </a:ext>
            </a:extLst>
          </p:cNvPr>
          <p:cNvSpPr txBox="1"/>
          <p:nvPr/>
        </p:nvSpPr>
        <p:spPr>
          <a:xfrm>
            <a:off x="0" y="141062"/>
            <a:ext cx="1219200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ru-RU" sz="2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ЭКСПЕРИМЕНТЫ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5566205B-72AF-4286-B94D-4359513A59E4}"/>
              </a:ext>
            </a:extLst>
          </p:cNvPr>
          <p:cNvSpPr txBox="1"/>
          <p:nvPr/>
        </p:nvSpPr>
        <p:spPr>
          <a:xfrm>
            <a:off x="1783976" y="720049"/>
            <a:ext cx="8624048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ru-RU" sz="2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Шаблоны вида « -&gt; »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4596447-8FB2-4F16-F5AB-19090AC3829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ru-RU"/>
              <a:t>Система поиска шаблонов в данных GitHub</a:t>
            </a:r>
            <a:endParaRPr lang="ru-RU" dirty="0"/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A7085C8D-8E43-AD06-9998-56322447FFB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EC09024-2147-4C4E-87D2-FF66EAF91B1A}" type="slidenum">
              <a:rPr lang="ru-RU" smtClean="0"/>
              <a:pPr/>
              <a:t>20</a:t>
            </a:fld>
            <a:r>
              <a:rPr lang="ru-RU" dirty="0"/>
              <a:t>/21</a:t>
            </a:r>
          </a:p>
        </p:txBody>
      </p:sp>
    </p:spTree>
    <p:extLst>
      <p:ext uri="{BB962C8B-B14F-4D97-AF65-F5344CB8AC3E}">
        <p14:creationId xmlns:p14="http://schemas.microsoft.com/office/powerpoint/2010/main" val="1492425450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100B25DD-8CC4-48A0-A45C-A43464AB841D}"/>
              </a:ext>
            </a:extLst>
          </p:cNvPr>
          <p:cNvSpPr txBox="1"/>
          <p:nvPr/>
        </p:nvSpPr>
        <p:spPr>
          <a:xfrm>
            <a:off x="0" y="125506"/>
            <a:ext cx="1219200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ru-RU" sz="2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ОСНОВНЫЕ</a:t>
            </a:r>
            <a:r>
              <a:rPr lang="ru-RU" sz="2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ru-RU" sz="2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РЕЗУЛЬТАТЫ</a:t>
            </a:r>
            <a:endParaRPr lang="ru-RU" sz="24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206E9D9-DBC2-472A-9F01-4655CBFD155A}"/>
              </a:ext>
            </a:extLst>
          </p:cNvPr>
          <p:cNvSpPr txBox="1"/>
          <p:nvPr/>
        </p:nvSpPr>
        <p:spPr>
          <a:xfrm>
            <a:off x="528918" y="1051155"/>
            <a:ext cx="11134164" cy="26776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450000" indent="-450000" algn="just">
              <a:buFont typeface="+mj-lt"/>
              <a:buAutoNum type="arabicPeriod"/>
            </a:pPr>
            <a:r>
              <a:rPr lang="ru-RU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Проведен анализ предметной области</a:t>
            </a:r>
          </a:p>
          <a:p>
            <a:pPr marL="450000" indent="-450000" algn="just">
              <a:buFont typeface="+mj-lt"/>
              <a:buAutoNum type="arabicPeriod"/>
            </a:pPr>
            <a:r>
              <a:rPr lang="ru-RU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­Выполнено проектирование системы поиска шаблонов</a:t>
            </a:r>
          </a:p>
          <a:p>
            <a:pPr marL="450000" indent="-450000" algn="just">
              <a:buFont typeface="+mj-lt"/>
              <a:buAutoNum type="arabicPeriod"/>
            </a:pPr>
            <a:r>
              <a:rPr lang="ru-RU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­Реализована система поиска шаблонов</a:t>
            </a:r>
          </a:p>
          <a:p>
            <a:pPr marL="450000" indent="-450000" algn="just">
              <a:buFont typeface="+mj-lt"/>
              <a:buAutoNum type="arabicPeriod"/>
            </a:pPr>
            <a:r>
              <a:rPr lang="ru-RU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­Проведено тестирование системы поиска шаблонов</a:t>
            </a:r>
            <a:endParaRPr lang="en-US" sz="2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450000" indent="-450000" algn="just">
              <a:buFont typeface="+mj-lt"/>
              <a:buAutoNum type="arabicPeriod"/>
            </a:pPr>
            <a:r>
              <a:rPr lang="ru-RU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Проведен ряд экспериментов, которые оценили эффективность системы, а также выявили шаблоны, представляющие интерес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CA088BE-0C84-6622-1C87-69D3B9F6B70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ru-RU"/>
              <a:t>Система поиска шаблонов в данных GitHub</a:t>
            </a:r>
            <a:endParaRPr lang="ru-RU" dirty="0"/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74831FC9-E3F5-5C66-D748-58AF511BB1D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EC09024-2147-4C4E-87D2-FF66EAF91B1A}" type="slidenum">
              <a:rPr lang="ru-RU" smtClean="0"/>
              <a:pPr/>
              <a:t>21</a:t>
            </a:fld>
            <a:r>
              <a:rPr lang="ru-RU" dirty="0"/>
              <a:t>/21</a:t>
            </a:r>
          </a:p>
        </p:txBody>
      </p:sp>
    </p:spTree>
    <p:extLst>
      <p:ext uri="{BB962C8B-B14F-4D97-AF65-F5344CB8AC3E}">
        <p14:creationId xmlns:p14="http://schemas.microsoft.com/office/powerpoint/2010/main" val="212835115"/>
      </p:ext>
    </p:extLst>
  </p:cSld>
  <p:clrMapOvr>
    <a:masterClrMapping/>
  </p:clrMapOvr>
</p:sld>
</file>

<file path=ppt/theme/theme1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2791</TotalTime>
  <Words>705</Words>
  <Application>Microsoft Office PowerPoint</Application>
  <PresentationFormat>Widescreen</PresentationFormat>
  <Paragraphs>236</Paragraphs>
  <Slides>21</Slides>
  <Notes>17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21</vt:i4>
      </vt:variant>
    </vt:vector>
  </HeadingPairs>
  <TitlesOfParts>
    <vt:vector size="26" baseType="lpstr">
      <vt:lpstr>Arial</vt:lpstr>
      <vt:lpstr>Calibri</vt:lpstr>
      <vt:lpstr>Calibri Light</vt:lpstr>
      <vt:lpstr>Times New Roman</vt:lpstr>
      <vt:lpstr>Тема Office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Презентация PowerPoint</dc:title>
  <dc:creator>Дмитрий Старостенок</dc:creator>
  <cp:lastModifiedBy>Егор Елисеев</cp:lastModifiedBy>
  <cp:revision>125</cp:revision>
  <dcterms:created xsi:type="dcterms:W3CDTF">2023-05-22T04:36:53Z</dcterms:created>
  <dcterms:modified xsi:type="dcterms:W3CDTF">2024-05-20T03:22:55Z</dcterms:modified>
</cp:coreProperties>
</file>